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svg" ContentType="image/svg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graphics/data1.xml" ContentType="application/vnd.openxmlformats-officedocument.drawingml.diagramData+xml"/>
  <Override PartName="/ppt/graphics/layout1.xml" ContentType="application/vnd.openxmlformats-officedocument.drawingml.diagramLayout+xml"/>
  <Override PartName="/ppt/graphics/quickStyle1.xml" ContentType="application/vnd.openxmlformats-officedocument.drawingml.diagramStyle+xml"/>
  <Override PartName="/ppt/graphics/colors1.xml" ContentType="application/vnd.openxmlformats-officedocument.drawingml.diagramColors+xml"/>
  <Override PartName="/ppt/slides/slide12.xml" ContentType="application/vnd.openxmlformats-officedocument.presentationml.slide+xml"/>
  <Override PartName="/ppt/graphics/data2.xml" ContentType="application/vnd.openxmlformats-officedocument.drawingml.diagramData+xml"/>
  <Override PartName="/ppt/graphics/layout2.xml" ContentType="application/vnd.openxmlformats-officedocument.drawingml.diagramLayout+xml"/>
  <Override PartName="/ppt/graphics/quickStyle2.xml" ContentType="application/vnd.openxmlformats-officedocument.drawingml.diagramStyle+xml"/>
  <Override PartName="/ppt/graphics/colors2.xml" ContentType="application/vnd.openxmlformats-officedocument.drawingml.diagramColors+xml"/>
  <Override PartName="/ppt/slides/slide13.xml" ContentType="application/vnd.openxmlformats-officedocument.presentationml.slide+xml"/>
  <Override PartName="/ppt/graphics/data3.xml" ContentType="application/vnd.openxmlformats-officedocument.drawingml.diagramData+xml"/>
  <Override PartName="/ppt/graphics/layout3.xml" ContentType="application/vnd.openxmlformats-officedocument.drawingml.diagramLayout+xml"/>
  <Override PartName="/ppt/graphics/quickStyle3.xml" ContentType="application/vnd.openxmlformats-officedocument.drawingml.diagramStyle+xml"/>
  <Override PartName="/ppt/graphics/colors3.xml" ContentType="application/vnd.openxmlformats-officedocument.drawingml.diagramColors+xml"/>
  <Override PartName="/ppt/slides/slide14.xml" ContentType="application/vnd.openxmlformats-officedocument.presentationml.slide+xml"/>
  <Override PartName="/ppt/graphics/data4.xml" ContentType="application/vnd.openxmlformats-officedocument.drawingml.diagramData+xml"/>
  <Override PartName="/ppt/graphics/layout4.xml" ContentType="application/vnd.openxmlformats-officedocument.drawingml.diagramLayout+xml"/>
  <Override PartName="/ppt/graphics/quickStyle4.xml" ContentType="application/vnd.openxmlformats-officedocument.drawingml.diagramStyle+xml"/>
  <Override PartName="/ppt/graphics/colors4.xml" ContentType="application/vnd.openxmlformats-officedocument.drawingml.diagramColors+xml"/>
  <Override PartName="/ppt/slides/slide15.xml" ContentType="application/vnd.openxmlformats-officedocument.presentationml.slide+xml"/>
  <Override PartName="/ppt/graphics/data5.xml" ContentType="application/vnd.openxmlformats-officedocument.drawingml.diagramData+xml"/>
  <Override PartName="/ppt/graphics/layout5.xml" ContentType="application/vnd.openxmlformats-officedocument.drawingml.diagramLayout+xml"/>
  <Override PartName="/ppt/graphics/quickStyle5.xml" ContentType="application/vnd.openxmlformats-officedocument.drawingml.diagramStyle+xml"/>
  <Override PartName="/ppt/graphics/colors5.xml" ContentType="application/vnd.openxmlformats-officedocument.drawingml.diagramColor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graphics/data6.xml" ContentType="application/vnd.openxmlformats-officedocument.drawingml.diagramData+xml"/>
  <Override PartName="/ppt/graphics/layout6.xml" ContentType="application/vnd.openxmlformats-officedocument.drawingml.diagramLayout+xml"/>
  <Override PartName="/ppt/graphics/quickStyle6.xml" ContentType="application/vnd.openxmlformats-officedocument.drawingml.diagramStyle+xml"/>
  <Override PartName="/ppt/graphics/colors6.xml" ContentType="application/vnd.openxmlformats-officedocument.drawingml.diagramCol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fe08364c74f4900" /><Relationship Type="http://schemas.openxmlformats.org/package/2006/relationships/metadata/core-properties" Target="/docProps/core.xml" Id="Rd87362b231844f17" /><Relationship Type="http://schemas.openxmlformats.org/officeDocument/2006/relationships/extended-properties" Target="/docProps/app.xml" Id="R3b955c9e952a4590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8d1d993f2901415c"/>
    <p:sldMasterId id="2147483660" r:id="R873135fa71694c8f"/>
  </p:sldMasterIdLst>
  <p:sldIdLst>
    <p:sldId id="256" r:id="Rdca03aa45e7d4c44"/>
    <p:sldId id="257" r:id="Rf52b5b243f5c4368"/>
    <p:sldId id="258" r:id="Raf862a0f6be243b3"/>
    <p:sldId id="259" r:id="R7f07c8b997894079"/>
    <p:sldId id="260" r:id="R8e732c4ff322404b"/>
    <p:sldId id="261" r:id="R1fda35ffa1234752"/>
    <p:sldId id="262" r:id="R2d30b9f7990d4fdf"/>
    <p:sldId id="263" r:id="Re4c6da685c5842bf"/>
    <p:sldId id="264" r:id="R5c4fef1b7a504815"/>
    <p:sldId id="265" r:id="Rfea09e8288f24cc0"/>
    <p:sldId id="266" r:id="R748c3ba2864a494e"/>
    <p:sldId id="267" r:id="R2bd3596be98d4abd"/>
    <p:sldId id="268" r:id="R400e227922db4820"/>
    <p:sldId id="269" r:id="Rcf216df72c9e4fbc"/>
    <p:sldId id="270" r:id="Rc7b5c02cf2164f54"/>
    <p:sldId id="271" r:id="R8273d5d345a74ada"/>
    <p:sldId id="272" r:id="Rc172647b9cf244ca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6b3ed8fd6186449e" /><Relationship Type="http://schemas.openxmlformats.org/officeDocument/2006/relationships/viewProps" Target="/ppt/viewProps.xml" Id="Rae58d2dd94a843fa" /><Relationship Type="http://schemas.openxmlformats.org/officeDocument/2006/relationships/slideMaster" Target="/ppt/slideMasters/slideMaster1.xml" Id="R8d1d993f2901415c" /><Relationship Type="http://schemas.openxmlformats.org/officeDocument/2006/relationships/theme" Target="/ppt/slideMasters/theme/theme1.xml" Id="Race8f481902d4219" /><Relationship Type="http://schemas.openxmlformats.org/officeDocument/2006/relationships/slide" Target="/ppt/slides/slide1.xml" Id="Rdca03aa45e7d4c44" /><Relationship Type="http://schemas.openxmlformats.org/officeDocument/2006/relationships/slide" Target="/ppt/slides/slide2.xml" Id="Rf52b5b243f5c4368" /><Relationship Type="http://schemas.openxmlformats.org/officeDocument/2006/relationships/slide" Target="/ppt/slides/slide3.xml" Id="Raf862a0f6be243b3" /><Relationship Type="http://schemas.openxmlformats.org/officeDocument/2006/relationships/slide" Target="/ppt/slides/slide4.xml" Id="R7f07c8b997894079" /><Relationship Type="http://schemas.openxmlformats.org/officeDocument/2006/relationships/slide" Target="/ppt/slides/slide5.xml" Id="R8e732c4ff322404b" /><Relationship Type="http://schemas.openxmlformats.org/officeDocument/2006/relationships/slide" Target="/ppt/slides/slide6.xml" Id="R1fda35ffa1234752" /><Relationship Type="http://schemas.openxmlformats.org/officeDocument/2006/relationships/slide" Target="/ppt/slides/slide7.xml" Id="R2d30b9f7990d4fdf" /><Relationship Type="http://schemas.openxmlformats.org/officeDocument/2006/relationships/slide" Target="/ppt/slides/slide8.xml" Id="Re4c6da685c5842bf" /><Relationship Type="http://schemas.openxmlformats.org/officeDocument/2006/relationships/slide" Target="/ppt/slides/slide9.xml" Id="R5c4fef1b7a504815" /><Relationship Type="http://schemas.openxmlformats.org/officeDocument/2006/relationships/slideMaster" Target="/ppt/slideMasters/slideMaster2.xml" Id="R873135fa71694c8f" /><Relationship Type="http://schemas.openxmlformats.org/officeDocument/2006/relationships/slide" Target="/ppt/slides/slide10.xml" Id="Rfea09e8288f24cc0" /><Relationship Type="http://schemas.openxmlformats.org/officeDocument/2006/relationships/slide" Target="/ppt/slides/slide11.xml" Id="R748c3ba2864a494e" /><Relationship Type="http://schemas.openxmlformats.org/officeDocument/2006/relationships/slide" Target="/ppt/slides/slide12.xml" Id="R2bd3596be98d4abd" /><Relationship Type="http://schemas.openxmlformats.org/officeDocument/2006/relationships/slide" Target="/ppt/slides/slide13.xml" Id="R400e227922db4820" /><Relationship Type="http://schemas.openxmlformats.org/officeDocument/2006/relationships/slide" Target="/ppt/slides/slide14.xml" Id="Rcf216df72c9e4fbc" /><Relationship Type="http://schemas.openxmlformats.org/officeDocument/2006/relationships/slide" Target="/ppt/slides/slide15.xml" Id="Rc7b5c02cf2164f54" /><Relationship Type="http://schemas.openxmlformats.org/officeDocument/2006/relationships/slide" Target="/ppt/slides/slide16.xml" Id="R8273d5d345a74ada" /><Relationship Type="http://schemas.openxmlformats.org/officeDocument/2006/relationships/slide" Target="/ppt/slides/slide17.xml" Id="Rc172647b9cf244ca" /></Relationships>
</file>

<file path=ppt/graphics/_rels/data1.xml.rels>&#65279;<?xml version="1.0" encoding="utf-8"?><Relationships xmlns="http://schemas.openxmlformats.org/package/2006/relationships"><Relationship Type="http://schemas.openxmlformats.org/officeDocument/2006/relationships/image" Target="/ppt/media/image.svg" Id="R3378f09c1a6c465a" /><Relationship Type="http://schemas.openxmlformats.org/officeDocument/2006/relationships/image" Target="/ppt/media/image2.svg" Id="R38f01a79dd014ea3" /><Relationship Type="http://schemas.openxmlformats.org/officeDocument/2006/relationships/image" Target="/ppt/media/image3.svg" Id="R24cccc2b1a764d54" /></Relationships>
</file>

<file path=ppt/graphics/_rels/data3.xml.rels>&#65279;<?xml version="1.0" encoding="utf-8"?><Relationships xmlns="http://schemas.openxmlformats.org/package/2006/relationships"><Relationship Type="http://schemas.openxmlformats.org/officeDocument/2006/relationships/image" Target="/ppt/media/image.svg" Id="R62fa5a1949bd4e58" /><Relationship Type="http://schemas.openxmlformats.org/officeDocument/2006/relationships/image" Target="/ppt/media/image4.svg" Id="Rf7aa383911954979" /><Relationship Type="http://schemas.openxmlformats.org/officeDocument/2006/relationships/image" Target="/ppt/media/image5.svg" Id="R0c91f9fd00f949ec" /><Relationship Type="http://schemas.openxmlformats.org/officeDocument/2006/relationships/image" Target="/ppt/media/image6.svg" Id="R5ed4fd1d49b445e6" /></Relationships>
</file>

<file path=ppt/graphics/_rels/data5.xml.rels>&#65279;<?xml version="1.0" encoding="utf-8"?><Relationships xmlns="http://schemas.openxmlformats.org/package/2006/relationships"><Relationship Type="http://schemas.openxmlformats.org/officeDocument/2006/relationships/image" Target="/ppt/media/image7.svg" Id="R4741ed0094b94bfd" /><Relationship Type="http://schemas.openxmlformats.org/officeDocument/2006/relationships/image" Target="/ppt/media/image8.svg" Id="Rbccf8a3099814914" /><Relationship Type="http://schemas.openxmlformats.org/officeDocument/2006/relationships/image" Target="/ppt/media/image9.svg" Id="R9f6a0829e5c247c8" /></Relationships>
</file>

<file path=ppt/graphics/_rels/data6.xml.rels>&#65279;<?xml version="1.0" encoding="utf-8"?><Relationships xmlns="http://schemas.openxmlformats.org/package/2006/relationships"><Relationship Type="http://schemas.openxmlformats.org/officeDocument/2006/relationships/image" Target="/ppt/media/image10.svg" Id="Rd4817e51ee7f4e04" /><Relationship Type="http://schemas.openxmlformats.org/officeDocument/2006/relationships/image" Target="/ppt/media/image11.svg" Id="R2135d000d891416a" /><Relationship Type="http://schemas.openxmlformats.org/officeDocument/2006/relationships/image" Target="/ppt/media/image9.svg" Id="Rbe84d9397db14492" /><Relationship Type="http://schemas.openxmlformats.org/officeDocument/2006/relationships/image" Target="/ppt/media/image12.svg" Id="Rc83b3d5a395f4587" /><Relationship Type="http://schemas.openxmlformats.org/officeDocument/2006/relationships/image" Target="/ppt/media/image13.svg" Id="R78527415cd9f4a59" /><Relationship Type="http://schemas.openxmlformats.org/officeDocument/2006/relationships/image" Target="/ppt/media/image3.svg" Id="R0220bb85ede243db" /></Relationships>
</file>

<file path=ppt/graphic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graphic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graphic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graphics/colors4.xml><?xml version="1.0" encoding="utf-8"?>
<dgm:colorsDef xmlns:dgm="http://schemas.openxmlformats.org/drawingml/2006/diagram" xmlns:a="http://schemas.openxmlformats.org/drawingml/2006/main" uniqueId="urn:microsoft.com/office/officeart/2005/8/colors/accent1_2#2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graphic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graphic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graphics/data1.xml><?xml version="1.0" encoding="utf-8"?>
<dgm:dataModel xmlns:dgm="http://schemas.openxmlformats.org/drawingml/2006/diagram" xmlns:a="http://schemas.openxmlformats.org/drawingml/2006/main">
  <dgm:ptLst>
    <dgm:pt modelId="{64F776D1-B2F1-47E2-A7EB-D5FB1A08FADA}" type="doc">
      <dgm:prSet loTypeId="urn:microsoft.com/office/officeart/2018/2/layout/IconVerticalSolidList" loCatId="icon" qsTypeId="urn:microsoft.com/office/officeart/2005/8/quickstyle/simple1#2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CDF9AE6-364F-4288-9490-B406BDB65603}">
      <dgm:prSet/>
      <dgm:spPr/>
      <dgm:t>
        <a:bodyPr/>
        <a:lstStyle/>
        <a:p>
          <a:r>
            <a:rPr lang="en-US"/>
            <a:t>• Business users often lack the technical SQL skills required to extract insights from complex databases.</a:t>
          </a:r>
        </a:p>
      </dgm:t>
    </dgm:pt>
    <dgm:pt modelId="{89EED340-83DF-48A5-93CD-8488EED34788}" type="parTrans" cxnId="{BD684AA5-5D46-4871-B497-7F352512873B}">
      <dgm:prSet/>
      <dgm:spPr/>
      <dgm:t>
        <a:bodyPr/>
        <a:lstStyle/>
        <a:p>
          <a:endParaRPr lang="en-US"/>
        </a:p>
      </dgm:t>
    </dgm:pt>
    <dgm:pt modelId="{7FD75BC5-6247-4DD8-A515-9C4146510814}" type="sibTrans" cxnId="{BD684AA5-5D46-4871-B497-7F352512873B}">
      <dgm:prSet/>
      <dgm:spPr/>
      <dgm:t>
        <a:bodyPr/>
        <a:lstStyle/>
        <a:p>
          <a:endParaRPr lang="en-US"/>
        </a:p>
      </dgm:t>
    </dgm:pt>
    <dgm:pt modelId="{708BFB59-4D29-4B27-B676-424D2E166DDD}">
      <dgm:prSet/>
      <dgm:spPr/>
      <dgm:t>
        <a:bodyPr/>
        <a:lstStyle/>
        <a:p>
          <a:r>
            <a:rPr lang="en-US"/>
            <a:t>• Standard text-to-SQL models frequently fail in enterprise environments because they cannot self-correct syntax errors.</a:t>
          </a:r>
        </a:p>
      </dgm:t>
    </dgm:pt>
    <dgm:pt modelId="{EBB5728A-59F6-4D04-ABCA-2044DF5A7AC5}" type="parTrans" cxnId="{18DEA069-92E3-43AD-B6E2-96947F18B5B0}">
      <dgm:prSet/>
      <dgm:spPr/>
      <dgm:t>
        <a:bodyPr/>
        <a:lstStyle/>
        <a:p>
          <a:endParaRPr lang="en-US"/>
        </a:p>
      </dgm:t>
    </dgm:pt>
    <dgm:pt modelId="{C0C51A58-4417-4FE9-9DD6-9A7C61BABC4A}" type="sibTrans" cxnId="{18DEA069-92E3-43AD-B6E2-96947F18B5B0}">
      <dgm:prSet/>
      <dgm:spPr/>
      <dgm:t>
        <a:bodyPr/>
        <a:lstStyle/>
        <a:p>
          <a:endParaRPr lang="en-US"/>
        </a:p>
      </dgm:t>
    </dgm:pt>
    <dgm:pt modelId="{15CCB270-0238-4974-A9DB-D697101892DF}">
      <dgm:prSet/>
      <dgm:spPr/>
      <dgm:t>
        <a:bodyPr/>
        <a:lstStyle/>
        <a:p>
          <a:r>
            <a:rPr lang="en-US"/>
            <a:t>• This project introduces a privacy-first, offline multi-agent system that acts as a 'Data Narrator', translating natural language into executable queries.</a:t>
          </a:r>
        </a:p>
      </dgm:t>
    </dgm:pt>
    <dgm:pt modelId="{AAD9419F-36C3-4E84-B19F-B0DF04DE1964}" type="parTrans" cxnId="{1D63C1F5-66AF-47FE-8FF0-3B31DACF5326}">
      <dgm:prSet/>
      <dgm:spPr/>
      <dgm:t>
        <a:bodyPr/>
        <a:lstStyle/>
        <a:p>
          <a:endParaRPr lang="en-US"/>
        </a:p>
      </dgm:t>
    </dgm:pt>
    <dgm:pt modelId="{109D09A5-EC30-4A06-A1CB-62E1D51AFCED}" type="sibTrans" cxnId="{1D63C1F5-66AF-47FE-8FF0-3B31DACF5326}">
      <dgm:prSet/>
      <dgm:spPr/>
      <dgm:t>
        <a:bodyPr/>
        <a:lstStyle/>
        <a:p>
          <a:endParaRPr lang="en-US"/>
        </a:p>
      </dgm:t>
    </dgm:pt>
    <dgm:pt modelId="{1C682766-3B4C-4913-9683-FA3EFF93CC53}" type="pres">
      <dgm:prSet presAssocID="{64F776D1-B2F1-47E2-A7EB-D5FB1A08FADA}" presName="root" presStyleCnt="0">
        <dgm:presLayoutVars>
          <dgm:dir/>
          <dgm:resizeHandles val="exact"/>
        </dgm:presLayoutVars>
      </dgm:prSet>
      <dgm:spPr/>
    </dgm:pt>
    <dgm:pt modelId="{E75417EE-716F-4052-BD87-70826F27C7DD}" type="pres">
      <dgm:prSet presAssocID="{0CDF9AE6-364F-4288-9490-B406BDB65603}" presName="compNode" presStyleCnt="0"/>
      <dgm:spPr/>
    </dgm:pt>
    <dgm:pt modelId="{5F45B7A1-766A-41AD-B708-42A069F79FD9}" type="pres">
      <dgm:prSet presAssocID="{0CDF9AE6-364F-4288-9490-B406BDB65603}" presName="bgRect" presStyleLbl="bgShp" presStyleIdx="0" presStyleCnt="3"/>
      <dgm:spPr/>
    </dgm:pt>
    <dgm:pt modelId="{E211D05C-61AE-4CF4-B998-48894942AA93}" type="pres">
      <dgm:prSet presAssocID="{0CDF9AE6-364F-4288-9490-B406BDB6560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3378f09c1a6c465a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D1FF75B-012F-4991-BEE7-72A6A94BAA1D}" type="pres">
      <dgm:prSet presAssocID="{0CDF9AE6-364F-4288-9490-B406BDB65603}" presName="spaceRect" presStyleCnt="0"/>
      <dgm:spPr/>
    </dgm:pt>
    <dgm:pt modelId="{6EC71844-5F42-4FC4-9F88-04685D2A7EEC}" type="pres">
      <dgm:prSet presAssocID="{0CDF9AE6-364F-4288-9490-B406BDB65603}" presName="parTx" presStyleLbl="revTx" presStyleIdx="0" presStyleCnt="3">
        <dgm:presLayoutVars>
          <dgm:chMax val="0"/>
          <dgm:chPref val="0"/>
        </dgm:presLayoutVars>
      </dgm:prSet>
      <dgm:spPr/>
    </dgm:pt>
    <dgm:pt modelId="{68059871-2C0B-4CE5-A650-CF8049ED6E5D}" type="pres">
      <dgm:prSet presAssocID="{7FD75BC5-6247-4DD8-A515-9C4146510814}" presName="sibTrans" presStyleCnt="0"/>
      <dgm:spPr/>
    </dgm:pt>
    <dgm:pt modelId="{74778F0A-D87B-46C7-B695-93B15FF47AEC}" type="pres">
      <dgm:prSet presAssocID="{708BFB59-4D29-4B27-B676-424D2E166DDD}" presName="compNode" presStyleCnt="0"/>
      <dgm:spPr/>
    </dgm:pt>
    <dgm:pt modelId="{883CA8CC-DFD7-4965-AA7F-AEE71A2D56DB}" type="pres">
      <dgm:prSet presAssocID="{708BFB59-4D29-4B27-B676-424D2E166DDD}" presName="bgRect" presStyleLbl="bgShp" presStyleIdx="1" presStyleCnt="3"/>
      <dgm:spPr/>
    </dgm:pt>
    <dgm:pt modelId="{DB35A833-6E90-4329-9722-526DF94D8B95}" type="pres">
      <dgm:prSet presAssocID="{708BFB59-4D29-4B27-B676-424D2E166DD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38f01a79dd014ea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778AE0D-39E9-4D3D-A632-69C2441C7836}" type="pres">
      <dgm:prSet presAssocID="{708BFB59-4D29-4B27-B676-424D2E166DDD}" presName="spaceRect" presStyleCnt="0"/>
      <dgm:spPr/>
    </dgm:pt>
    <dgm:pt modelId="{1943291D-2DB3-4DCB-A397-B3C0E680F1C8}" type="pres">
      <dgm:prSet presAssocID="{708BFB59-4D29-4B27-B676-424D2E166DDD}" presName="parTx" presStyleLbl="revTx" presStyleIdx="1" presStyleCnt="3">
        <dgm:presLayoutVars>
          <dgm:chMax val="0"/>
          <dgm:chPref val="0"/>
        </dgm:presLayoutVars>
      </dgm:prSet>
      <dgm:spPr/>
    </dgm:pt>
    <dgm:pt modelId="{AAE9CA1F-B0F0-4EB8-AF13-ECE2AA18CA1C}" type="pres">
      <dgm:prSet presAssocID="{C0C51A58-4417-4FE9-9DD6-9A7C61BABC4A}" presName="sibTrans" presStyleCnt="0"/>
      <dgm:spPr/>
    </dgm:pt>
    <dgm:pt modelId="{7C87AC04-2374-43BE-9DBE-1E20C9859AAC}" type="pres">
      <dgm:prSet presAssocID="{15CCB270-0238-4974-A9DB-D697101892DF}" presName="compNode" presStyleCnt="0"/>
      <dgm:spPr/>
    </dgm:pt>
    <dgm:pt modelId="{9DA4FBFF-D471-425F-B617-F3A72D0FCF27}" type="pres">
      <dgm:prSet presAssocID="{15CCB270-0238-4974-A9DB-D697101892DF}" presName="bgRect" presStyleLbl="bgShp" presStyleIdx="2" presStyleCnt="3"/>
      <dgm:spPr/>
    </dgm:pt>
    <dgm:pt modelId="{74E13D93-F27C-4817-A947-0CEA68F9746A}" type="pres">
      <dgm:prSet presAssocID="{15CCB270-0238-4974-A9DB-D697101892D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24cccc2b1a764d5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FBE1D846-DA55-48CD-9A12-93CB7593E6E5}" type="pres">
      <dgm:prSet presAssocID="{15CCB270-0238-4974-A9DB-D697101892DF}" presName="spaceRect" presStyleCnt="0"/>
      <dgm:spPr/>
    </dgm:pt>
    <dgm:pt modelId="{568611C5-295B-49DA-AEE0-D5F146D2E01E}" type="pres">
      <dgm:prSet presAssocID="{15CCB270-0238-4974-A9DB-D697101892D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4CF0319-BA13-4CAB-9286-D083EF7DDB05}" type="presOf" srcId="{64F776D1-B2F1-47E2-A7EB-D5FB1A08FADA}" destId="{1C682766-3B4C-4913-9683-FA3EFF93CC53}" srcOrd="0" destOrd="0" presId="urn:microsoft.com/office/officeart/2018/2/layout/IconVerticalSolidList"/>
    <dgm:cxn modelId="{18DEA069-92E3-43AD-B6E2-96947F18B5B0}" srcId="{64F776D1-B2F1-47E2-A7EB-D5FB1A08FADA}" destId="{708BFB59-4D29-4B27-B676-424D2E166DDD}" srcOrd="1" destOrd="0" parTransId="{EBB5728A-59F6-4D04-ABCA-2044DF5A7AC5}" sibTransId="{C0C51A58-4417-4FE9-9DD6-9A7C61BABC4A}"/>
    <dgm:cxn modelId="{BD684AA5-5D46-4871-B497-7F352512873B}" srcId="{64F776D1-B2F1-47E2-A7EB-D5FB1A08FADA}" destId="{0CDF9AE6-364F-4288-9490-B406BDB65603}" srcOrd="0" destOrd="0" parTransId="{89EED340-83DF-48A5-93CD-8488EED34788}" sibTransId="{7FD75BC5-6247-4DD8-A515-9C4146510814}"/>
    <dgm:cxn modelId="{06DC8AA6-DA1B-41E5-AC3F-5CD3413E0EDC}" type="presOf" srcId="{708BFB59-4D29-4B27-B676-424D2E166DDD}" destId="{1943291D-2DB3-4DCB-A397-B3C0E680F1C8}" srcOrd="0" destOrd="0" presId="urn:microsoft.com/office/officeart/2018/2/layout/IconVerticalSolidList"/>
    <dgm:cxn modelId="{61DA69D0-0A85-43D9-88AB-C72946F0422A}" type="presOf" srcId="{15CCB270-0238-4974-A9DB-D697101892DF}" destId="{568611C5-295B-49DA-AEE0-D5F146D2E01E}" srcOrd="0" destOrd="0" presId="urn:microsoft.com/office/officeart/2018/2/layout/IconVerticalSolidList"/>
    <dgm:cxn modelId="{88DB43E8-8DED-4A0A-B9B7-6B93CE677348}" type="presOf" srcId="{0CDF9AE6-364F-4288-9490-B406BDB65603}" destId="{6EC71844-5F42-4FC4-9F88-04685D2A7EEC}" srcOrd="0" destOrd="0" presId="urn:microsoft.com/office/officeart/2018/2/layout/IconVerticalSolidList"/>
    <dgm:cxn modelId="{1D63C1F5-66AF-47FE-8FF0-3B31DACF5326}" srcId="{64F776D1-B2F1-47E2-A7EB-D5FB1A08FADA}" destId="{15CCB270-0238-4974-A9DB-D697101892DF}" srcOrd="2" destOrd="0" parTransId="{AAD9419F-36C3-4E84-B19F-B0DF04DE1964}" sibTransId="{109D09A5-EC30-4A06-A1CB-62E1D51AFCED}"/>
    <dgm:cxn modelId="{E74ECC3B-3733-42A3-965A-F5481C91B474}" type="presParOf" srcId="{1C682766-3B4C-4913-9683-FA3EFF93CC53}" destId="{E75417EE-716F-4052-BD87-70826F27C7DD}" srcOrd="0" destOrd="0" presId="urn:microsoft.com/office/officeart/2018/2/layout/IconVerticalSolidList"/>
    <dgm:cxn modelId="{F7334FE4-AC70-4AE8-AB8E-2A7DAF720690}" type="presParOf" srcId="{E75417EE-716F-4052-BD87-70826F27C7DD}" destId="{5F45B7A1-766A-41AD-B708-42A069F79FD9}" srcOrd="0" destOrd="0" presId="urn:microsoft.com/office/officeart/2018/2/layout/IconVerticalSolidList"/>
    <dgm:cxn modelId="{01DF9CF6-9516-4BD9-BC03-B8D0BC3463D9}" type="presParOf" srcId="{E75417EE-716F-4052-BD87-70826F27C7DD}" destId="{E211D05C-61AE-4CF4-B998-48894942AA93}" srcOrd="1" destOrd="0" presId="urn:microsoft.com/office/officeart/2018/2/layout/IconVerticalSolidList"/>
    <dgm:cxn modelId="{3069E574-2B0E-4EE3-A5E2-1968A61BD05B}" type="presParOf" srcId="{E75417EE-716F-4052-BD87-70826F27C7DD}" destId="{1D1FF75B-012F-4991-BEE7-72A6A94BAA1D}" srcOrd="2" destOrd="0" presId="urn:microsoft.com/office/officeart/2018/2/layout/IconVerticalSolidList"/>
    <dgm:cxn modelId="{A7E7CB77-50B4-438D-B668-20505D22D2B2}" type="presParOf" srcId="{E75417EE-716F-4052-BD87-70826F27C7DD}" destId="{6EC71844-5F42-4FC4-9F88-04685D2A7EEC}" srcOrd="3" destOrd="0" presId="urn:microsoft.com/office/officeart/2018/2/layout/IconVerticalSolidList"/>
    <dgm:cxn modelId="{2AA7BB89-E53E-476A-912E-058C7EE062D4}" type="presParOf" srcId="{1C682766-3B4C-4913-9683-FA3EFF93CC53}" destId="{68059871-2C0B-4CE5-A650-CF8049ED6E5D}" srcOrd="1" destOrd="0" presId="urn:microsoft.com/office/officeart/2018/2/layout/IconVerticalSolidList"/>
    <dgm:cxn modelId="{22F78BEB-C26C-46B9-A359-F72D2F7117BB}" type="presParOf" srcId="{1C682766-3B4C-4913-9683-FA3EFF93CC53}" destId="{74778F0A-D87B-46C7-B695-93B15FF47AEC}" srcOrd="2" destOrd="0" presId="urn:microsoft.com/office/officeart/2018/2/layout/IconVerticalSolidList"/>
    <dgm:cxn modelId="{B0AE9F40-8834-4B32-BF91-DF352AC14614}" type="presParOf" srcId="{74778F0A-D87B-46C7-B695-93B15FF47AEC}" destId="{883CA8CC-DFD7-4965-AA7F-AEE71A2D56DB}" srcOrd="0" destOrd="0" presId="urn:microsoft.com/office/officeart/2018/2/layout/IconVerticalSolidList"/>
    <dgm:cxn modelId="{6709DB04-3898-42B7-B74B-910C29DBC3EF}" type="presParOf" srcId="{74778F0A-D87B-46C7-B695-93B15FF47AEC}" destId="{DB35A833-6E90-4329-9722-526DF94D8B95}" srcOrd="1" destOrd="0" presId="urn:microsoft.com/office/officeart/2018/2/layout/IconVerticalSolidList"/>
    <dgm:cxn modelId="{F7B0B957-2C78-4746-8B77-DC727F033029}" type="presParOf" srcId="{74778F0A-D87B-46C7-B695-93B15FF47AEC}" destId="{3778AE0D-39E9-4D3D-A632-69C2441C7836}" srcOrd="2" destOrd="0" presId="urn:microsoft.com/office/officeart/2018/2/layout/IconVerticalSolidList"/>
    <dgm:cxn modelId="{735EF06E-6CFB-41CE-8AC7-F0C0DB96C72C}" type="presParOf" srcId="{74778F0A-D87B-46C7-B695-93B15FF47AEC}" destId="{1943291D-2DB3-4DCB-A397-B3C0E680F1C8}" srcOrd="3" destOrd="0" presId="urn:microsoft.com/office/officeart/2018/2/layout/IconVerticalSolidList"/>
    <dgm:cxn modelId="{794086C7-8DBD-4C75-8933-AD1FD37718AE}" type="presParOf" srcId="{1C682766-3B4C-4913-9683-FA3EFF93CC53}" destId="{AAE9CA1F-B0F0-4EB8-AF13-ECE2AA18CA1C}" srcOrd="3" destOrd="0" presId="urn:microsoft.com/office/officeart/2018/2/layout/IconVerticalSolidList"/>
    <dgm:cxn modelId="{203379C5-BD4B-4E95-B260-B62362773FF7}" type="presParOf" srcId="{1C682766-3B4C-4913-9683-FA3EFF93CC53}" destId="{7C87AC04-2374-43BE-9DBE-1E20C9859AAC}" srcOrd="4" destOrd="0" presId="urn:microsoft.com/office/officeart/2018/2/layout/IconVerticalSolidList"/>
    <dgm:cxn modelId="{4F6E8E22-A1CF-4485-8A25-13F7443DA7CF}" type="presParOf" srcId="{7C87AC04-2374-43BE-9DBE-1E20C9859AAC}" destId="{9DA4FBFF-D471-425F-B617-F3A72D0FCF27}" srcOrd="0" destOrd="0" presId="urn:microsoft.com/office/officeart/2018/2/layout/IconVerticalSolidList"/>
    <dgm:cxn modelId="{78188C70-EB99-41E5-892A-8CBC5CC712D0}" type="presParOf" srcId="{7C87AC04-2374-43BE-9DBE-1E20C9859AAC}" destId="{74E13D93-F27C-4817-A947-0CEA68F9746A}" srcOrd="1" destOrd="0" presId="urn:microsoft.com/office/officeart/2018/2/layout/IconVerticalSolidList"/>
    <dgm:cxn modelId="{7F600A0E-13DB-4A71-86CF-5B0F8482D275}" type="presParOf" srcId="{7C87AC04-2374-43BE-9DBE-1E20C9859AAC}" destId="{FBE1D846-DA55-48CD-9A12-93CB7593E6E5}" srcOrd="2" destOrd="0" presId="urn:microsoft.com/office/officeart/2018/2/layout/IconVerticalSolidList"/>
    <dgm:cxn modelId="{971B47F0-016A-4938-96A2-0DD7D314B793}" type="presParOf" srcId="{7C87AC04-2374-43BE-9DBE-1E20C9859AAC}" destId="{568611C5-295B-49DA-AEE0-D5F146D2E0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graphics/data2.xml><?xml version="1.0" encoding="utf-8"?>
<dgm:dataModel xmlns:dgm="http://schemas.openxmlformats.org/drawingml/2006/diagram" xmlns:a="http://schemas.openxmlformats.org/drawingml/2006/main">
  <dgm:ptLst>
    <dgm:pt modelId="{7857549A-F962-4548-B5D1-DB1EF4D378DE}" type="doc">
      <dgm:prSet loTypeId="urn:microsoft.com/office/officeart/2005/8/layout/chart3" loCatId="cycle" qsTypeId="urn:microsoft.com/office/officeart/2005/8/quickstyle/simple1#8" qsCatId="simple" csTypeId="urn:microsoft.com/office/officeart/2005/8/colors/colorful1#2" csCatId="colorful"/>
      <dgm:spPr/>
      <dgm:t>
        <a:bodyPr/>
        <a:lstStyle/>
        <a:p>
          <a:endParaRPr lang="en-US"/>
        </a:p>
      </dgm:t>
    </dgm:pt>
    <dgm:pt modelId="{D2B0AF7E-9FBB-4316-9F76-04A3AFEC17E5}">
      <dgm:prSet/>
      <dgm:spPr/>
      <dgm:t>
        <a:bodyPr/>
        <a:lstStyle/>
        <a:p>
          <a:r>
            <a:rPr lang="en-US"/>
            <a:t>• To develop a robust, offline Retrieval-Augmented Generation (RAG) architecture using Large Language Models (LLMs).</a:t>
          </a:r>
        </a:p>
      </dgm:t>
    </dgm:pt>
    <dgm:pt modelId="{F425F80E-F710-449C-A0EC-1124A66B6793}" type="parTrans" cxnId="{FCF2B8B1-57BE-4D16-8252-BD53475DB51D}">
      <dgm:prSet/>
      <dgm:spPr/>
      <dgm:t>
        <a:bodyPr/>
        <a:lstStyle/>
        <a:p>
          <a:endParaRPr lang="en-US"/>
        </a:p>
      </dgm:t>
    </dgm:pt>
    <dgm:pt modelId="{C2923C41-904B-40F2-B878-DE8747C967E4}" type="sibTrans" cxnId="{FCF2B8B1-57BE-4D16-8252-BD53475DB51D}">
      <dgm:prSet/>
      <dgm:spPr/>
      <dgm:t>
        <a:bodyPr/>
        <a:lstStyle/>
        <a:p>
          <a:endParaRPr lang="en-US"/>
        </a:p>
      </dgm:t>
    </dgm:pt>
    <dgm:pt modelId="{2B36F8F4-4B3C-4DC7-8B30-ECDC7DF935CF}">
      <dgm:prSet/>
      <dgm:spPr/>
      <dgm:t>
        <a:bodyPr/>
        <a:lstStyle/>
        <a:p>
          <a:r>
            <a:rPr lang="en-US"/>
            <a:t>• To engineer a multi-agent system that iteratively tests and self-corrects its own code against a live database.</a:t>
          </a:r>
        </a:p>
      </dgm:t>
    </dgm:pt>
    <dgm:pt modelId="{9F385483-F454-4C62-BEB3-4B17F04A3058}" type="parTrans" cxnId="{30F8F9E3-4135-43F7-AC4C-7026176C3F85}">
      <dgm:prSet/>
      <dgm:spPr/>
      <dgm:t>
        <a:bodyPr/>
        <a:lstStyle/>
        <a:p>
          <a:endParaRPr lang="en-US"/>
        </a:p>
      </dgm:t>
    </dgm:pt>
    <dgm:pt modelId="{0626474B-F28B-44AD-A6AF-4A22DD3E02BE}" type="sibTrans" cxnId="{30F8F9E3-4135-43F7-AC4C-7026176C3F85}">
      <dgm:prSet/>
      <dgm:spPr/>
      <dgm:t>
        <a:bodyPr/>
        <a:lstStyle/>
        <a:p>
          <a:endParaRPr lang="en-US"/>
        </a:p>
      </dgm:t>
    </dgm:pt>
    <dgm:pt modelId="{E0EF321D-9648-4306-B7C0-68CEF94838EB}">
      <dgm:prSet/>
      <dgm:spPr/>
      <dgm:t>
        <a:bodyPr/>
        <a:lstStyle/>
        <a:p>
          <a:r>
            <a:rPr lang="en-US"/>
            <a:t>• To ensure 100% data privacy by executing all AI inferences and database transactions locally without cloud APIs.</a:t>
          </a:r>
        </a:p>
      </dgm:t>
    </dgm:pt>
    <dgm:pt modelId="{AC015294-3861-40F4-A843-A5D9FC6B4305}" type="parTrans" cxnId="{92967476-BB72-46B2-9AE1-7C78ECA40F66}">
      <dgm:prSet/>
      <dgm:spPr/>
      <dgm:t>
        <a:bodyPr/>
        <a:lstStyle/>
        <a:p>
          <a:endParaRPr lang="en-US"/>
        </a:p>
      </dgm:t>
    </dgm:pt>
    <dgm:pt modelId="{860CB30B-2E54-4BDD-B0AB-A8A5FD5DBB36}" type="sibTrans" cxnId="{92967476-BB72-46B2-9AE1-7C78ECA40F66}">
      <dgm:prSet/>
      <dgm:spPr/>
      <dgm:t>
        <a:bodyPr/>
        <a:lstStyle/>
        <a:p>
          <a:endParaRPr lang="en-US"/>
        </a:p>
      </dgm:t>
    </dgm:pt>
    <dgm:pt modelId="{FB956943-8298-49C8-8AF1-920CEECEB1B5}" type="pres">
      <dgm:prSet presAssocID="{7857549A-F962-4548-B5D1-DB1EF4D378DE}" presName="compositeShape" presStyleCnt="0">
        <dgm:presLayoutVars>
          <dgm:chMax val="7"/>
          <dgm:dir/>
          <dgm:resizeHandles val="exact"/>
        </dgm:presLayoutVars>
      </dgm:prSet>
      <dgm:spPr/>
    </dgm:pt>
    <dgm:pt modelId="{5FBA9E34-D692-4B33-95AB-F90EAA3BF4CE}" type="pres">
      <dgm:prSet presAssocID="{7857549A-F962-4548-B5D1-DB1EF4D378DE}" presName="wedge1" presStyleLbl="node1" presStyleIdx="0" presStyleCnt="3"/>
      <dgm:spPr/>
    </dgm:pt>
    <dgm:pt modelId="{7D3B6C48-A276-4450-96EB-4E63C89C2195}" type="pres">
      <dgm:prSet presAssocID="{7857549A-F962-4548-B5D1-DB1EF4D378DE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972B874-8E23-43B6-8CB6-81CD26BE1FDD}" type="pres">
      <dgm:prSet presAssocID="{7857549A-F962-4548-B5D1-DB1EF4D378DE}" presName="wedge2" presStyleLbl="node1" presStyleIdx="1" presStyleCnt="3"/>
      <dgm:spPr/>
    </dgm:pt>
    <dgm:pt modelId="{CD882BDC-BEB8-4A06-9DBA-2666CACE72E1}" type="pres">
      <dgm:prSet presAssocID="{7857549A-F962-4548-B5D1-DB1EF4D378DE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7E35E04-2374-467D-8936-7D8F75C2C34E}" type="pres">
      <dgm:prSet presAssocID="{7857549A-F962-4548-B5D1-DB1EF4D378DE}" presName="wedge3" presStyleLbl="node1" presStyleIdx="2" presStyleCnt="3"/>
      <dgm:spPr/>
    </dgm:pt>
    <dgm:pt modelId="{41747803-ECAA-4453-B39E-31CBF167B9CE}" type="pres">
      <dgm:prSet presAssocID="{7857549A-F962-4548-B5D1-DB1EF4D378DE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C4435003-3AFF-458F-BE57-D3640F97DF34}" type="presOf" srcId="{2B36F8F4-4B3C-4DC7-8B30-ECDC7DF935CF}" destId="{B972B874-8E23-43B6-8CB6-81CD26BE1FDD}" srcOrd="0" destOrd="0" presId="urn:microsoft.com/office/officeart/2005/8/layout/chart3"/>
    <dgm:cxn modelId="{8754FE32-15B4-4479-994B-B59E4250F23D}" type="presOf" srcId="{D2B0AF7E-9FBB-4316-9F76-04A3AFEC17E5}" destId="{5FBA9E34-D692-4B33-95AB-F90EAA3BF4CE}" srcOrd="0" destOrd="0" presId="urn:microsoft.com/office/officeart/2005/8/layout/chart3"/>
    <dgm:cxn modelId="{92967476-BB72-46B2-9AE1-7C78ECA40F66}" srcId="{7857549A-F962-4548-B5D1-DB1EF4D378DE}" destId="{E0EF321D-9648-4306-B7C0-68CEF94838EB}" srcOrd="2" destOrd="0" parTransId="{AC015294-3861-40F4-A843-A5D9FC6B4305}" sibTransId="{860CB30B-2E54-4BDD-B0AB-A8A5FD5DBB36}"/>
    <dgm:cxn modelId="{AB84B87B-F89C-4949-8E44-ABB2C43A2BD6}" type="presOf" srcId="{2B36F8F4-4B3C-4DC7-8B30-ECDC7DF935CF}" destId="{CD882BDC-BEB8-4A06-9DBA-2666CACE72E1}" srcOrd="1" destOrd="0" presId="urn:microsoft.com/office/officeart/2005/8/layout/chart3"/>
    <dgm:cxn modelId="{60D32398-1FA8-4D83-9F1E-1233798454DC}" type="presOf" srcId="{D2B0AF7E-9FBB-4316-9F76-04A3AFEC17E5}" destId="{7D3B6C48-A276-4450-96EB-4E63C89C2195}" srcOrd="1" destOrd="0" presId="urn:microsoft.com/office/officeart/2005/8/layout/chart3"/>
    <dgm:cxn modelId="{8DCAEEA6-A160-4AD8-977B-11030D885F50}" type="presOf" srcId="{7857549A-F962-4548-B5D1-DB1EF4D378DE}" destId="{FB956943-8298-49C8-8AF1-920CEECEB1B5}" srcOrd="0" destOrd="0" presId="urn:microsoft.com/office/officeart/2005/8/layout/chart3"/>
    <dgm:cxn modelId="{FCF2B8B1-57BE-4D16-8252-BD53475DB51D}" srcId="{7857549A-F962-4548-B5D1-DB1EF4D378DE}" destId="{D2B0AF7E-9FBB-4316-9F76-04A3AFEC17E5}" srcOrd="0" destOrd="0" parTransId="{F425F80E-F710-449C-A0EC-1124A66B6793}" sibTransId="{C2923C41-904B-40F2-B878-DE8747C967E4}"/>
    <dgm:cxn modelId="{E4F209CB-D633-4649-882D-75DF19048197}" type="presOf" srcId="{E0EF321D-9648-4306-B7C0-68CEF94838EB}" destId="{41747803-ECAA-4453-B39E-31CBF167B9CE}" srcOrd="1" destOrd="0" presId="urn:microsoft.com/office/officeart/2005/8/layout/chart3"/>
    <dgm:cxn modelId="{68B7F2D0-72E5-476D-A7E7-66DB51119BF1}" type="presOf" srcId="{E0EF321D-9648-4306-B7C0-68CEF94838EB}" destId="{67E35E04-2374-467D-8936-7D8F75C2C34E}" srcOrd="0" destOrd="0" presId="urn:microsoft.com/office/officeart/2005/8/layout/chart3"/>
    <dgm:cxn modelId="{30F8F9E3-4135-43F7-AC4C-7026176C3F85}" srcId="{7857549A-F962-4548-B5D1-DB1EF4D378DE}" destId="{2B36F8F4-4B3C-4DC7-8B30-ECDC7DF935CF}" srcOrd="1" destOrd="0" parTransId="{9F385483-F454-4C62-BEB3-4B17F04A3058}" sibTransId="{0626474B-F28B-44AD-A6AF-4A22DD3E02BE}"/>
    <dgm:cxn modelId="{C3E32EAB-2638-423A-9421-839A67A91F68}" type="presParOf" srcId="{FB956943-8298-49C8-8AF1-920CEECEB1B5}" destId="{5FBA9E34-D692-4B33-95AB-F90EAA3BF4CE}" srcOrd="0" destOrd="0" presId="urn:microsoft.com/office/officeart/2005/8/layout/chart3"/>
    <dgm:cxn modelId="{0A493412-30C3-4154-9B6D-DD61DA169338}" type="presParOf" srcId="{FB956943-8298-49C8-8AF1-920CEECEB1B5}" destId="{7D3B6C48-A276-4450-96EB-4E63C89C2195}" srcOrd="1" destOrd="0" presId="urn:microsoft.com/office/officeart/2005/8/layout/chart3"/>
    <dgm:cxn modelId="{02E3B5CB-3ECD-460F-A681-E316F7372DFF}" type="presParOf" srcId="{FB956943-8298-49C8-8AF1-920CEECEB1B5}" destId="{B972B874-8E23-43B6-8CB6-81CD26BE1FDD}" srcOrd="2" destOrd="0" presId="urn:microsoft.com/office/officeart/2005/8/layout/chart3"/>
    <dgm:cxn modelId="{2FA03418-9B1B-4049-8784-D9425C971A7F}" type="presParOf" srcId="{FB956943-8298-49C8-8AF1-920CEECEB1B5}" destId="{CD882BDC-BEB8-4A06-9DBA-2666CACE72E1}" srcOrd="3" destOrd="0" presId="urn:microsoft.com/office/officeart/2005/8/layout/chart3"/>
    <dgm:cxn modelId="{67D51195-26A5-409B-BCF4-F0DCFF004DD0}" type="presParOf" srcId="{FB956943-8298-49C8-8AF1-920CEECEB1B5}" destId="{67E35E04-2374-467D-8936-7D8F75C2C34E}" srcOrd="4" destOrd="0" presId="urn:microsoft.com/office/officeart/2005/8/layout/chart3"/>
    <dgm:cxn modelId="{80912825-223A-457C-B285-71BE8A80C0EE}" type="presParOf" srcId="{FB956943-8298-49C8-8AF1-920CEECEB1B5}" destId="{41747803-ECAA-4453-B39E-31CBF167B9CE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graphics/data3.xml><?xml version="1.0" encoding="utf-8"?>
<dgm:dataModel xmlns:dgm="http://schemas.openxmlformats.org/drawingml/2006/diagram" xmlns:a="http://schemas.openxmlformats.org/drawingml/2006/main">
  <dgm:ptLst>
    <dgm:pt modelId="{D5BB2CD4-34FA-4E95-A583-9B1488C37B3C}" type="doc">
      <dgm:prSet loTypeId="urn:microsoft.com/office/officeart/2018/2/layout/IconVerticalSolidList" loCatId="icon" qsTypeId="urn:microsoft.com/office/officeart/2005/8/quickstyle/simple1#46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5DB7A46-67A5-4429-8281-BDAA7A576955}">
      <dgm:prSet/>
      <dgm:spPr/>
      <dgm:t>
        <a:bodyPr/>
        <a:lstStyle/>
        <a:p>
          <a:r>
            <a:rPr lang="en-US"/>
            <a:t>• In-Scope (Completed): Setup of isolated Python virtual environments, offline PostgreSQL database, and local LLM (Llama 3.1 8B).</a:t>
          </a:r>
        </a:p>
      </dgm:t>
    </dgm:pt>
    <dgm:pt modelId="{F54003D3-79A0-4947-8E68-F6A57245E108}" type="parTrans" cxnId="{AABC939D-19C2-4B8B-8674-6B0B37B3CD61}">
      <dgm:prSet/>
      <dgm:spPr/>
      <dgm:t>
        <a:bodyPr/>
        <a:lstStyle/>
        <a:p>
          <a:endParaRPr lang="en-US"/>
        </a:p>
      </dgm:t>
    </dgm:pt>
    <dgm:pt modelId="{5166AE8B-2A0E-49E9-9820-275971823B72}" type="sibTrans" cxnId="{AABC939D-19C2-4B8B-8674-6B0B37B3CD61}">
      <dgm:prSet/>
      <dgm:spPr/>
      <dgm:t>
        <a:bodyPr/>
        <a:lstStyle/>
        <a:p>
          <a:endParaRPr lang="en-US"/>
        </a:p>
      </dgm:t>
    </dgm:pt>
    <dgm:pt modelId="{6AEEEFC7-E48E-4EB4-B01F-F2AF1081A35E}">
      <dgm:prSet/>
      <dgm:spPr/>
      <dgm:t>
        <a:bodyPr/>
        <a:lstStyle/>
        <a:p>
          <a:r>
            <a:rPr lang="en-US"/>
            <a:t>• In-Scope (Completed): Development of a LangGraph conditional routing loop for self-correcting query generation.</a:t>
          </a:r>
        </a:p>
      </dgm:t>
    </dgm:pt>
    <dgm:pt modelId="{BCB6EAD0-A7F1-4DAD-B752-EEAF62C8BD41}" type="parTrans" cxnId="{39465F47-FA32-47BC-A5B4-63AB4DB361EF}">
      <dgm:prSet/>
      <dgm:spPr/>
      <dgm:t>
        <a:bodyPr/>
        <a:lstStyle/>
        <a:p>
          <a:endParaRPr lang="en-US"/>
        </a:p>
      </dgm:t>
    </dgm:pt>
    <dgm:pt modelId="{B8DF363A-346E-4CAB-AE2C-5407DCB6FD51}" type="sibTrans" cxnId="{39465F47-FA32-47BC-A5B4-63AB4DB361EF}">
      <dgm:prSet/>
      <dgm:spPr/>
      <dgm:t>
        <a:bodyPr/>
        <a:lstStyle/>
        <a:p>
          <a:endParaRPr lang="en-US"/>
        </a:p>
      </dgm:t>
    </dgm:pt>
    <dgm:pt modelId="{22E076D3-4DA2-4A4E-A6DD-B99034BE427F}">
      <dgm:prSet/>
      <dgm:spPr/>
      <dgm:t>
        <a:bodyPr/>
        <a:lstStyle/>
        <a:p>
          <a:r>
            <a:rPr lang="en-US"/>
            <a:t>• In-Scope (Upcoming - Phase 2): Development of a Streamlit chat interface and natural-language summarization node.</a:t>
          </a:r>
        </a:p>
      </dgm:t>
    </dgm:pt>
    <dgm:pt modelId="{18533351-0E44-4351-BDB3-8680B51BEDC5}" type="parTrans" cxnId="{E51BCE1B-A8DB-42B8-BBC0-360DA3089FFF}">
      <dgm:prSet/>
      <dgm:spPr/>
      <dgm:t>
        <a:bodyPr/>
        <a:lstStyle/>
        <a:p>
          <a:endParaRPr lang="en-US"/>
        </a:p>
      </dgm:t>
    </dgm:pt>
    <dgm:pt modelId="{D1DFB6B1-1799-4833-9C4D-35097D88EFC6}" type="sibTrans" cxnId="{E51BCE1B-A8DB-42B8-BBC0-360DA3089FFF}">
      <dgm:prSet/>
      <dgm:spPr/>
      <dgm:t>
        <a:bodyPr/>
        <a:lstStyle/>
        <a:p>
          <a:endParaRPr lang="en-US"/>
        </a:p>
      </dgm:t>
    </dgm:pt>
    <dgm:pt modelId="{A2F301F4-377B-4082-BA8F-C3EF6CC139BF}">
      <dgm:prSet/>
      <dgm:spPr/>
      <dgm:t>
        <a:bodyPr/>
        <a:lstStyle/>
        <a:p>
          <a:r>
            <a:rPr lang="en-US"/>
            <a:t>• Out-of-Scope: Real-time event streaming (e.g., Kafka) and cloud-based LLM routing.</a:t>
          </a:r>
        </a:p>
      </dgm:t>
    </dgm:pt>
    <dgm:pt modelId="{5AB47A71-C642-418F-9941-4800AA563EDE}" type="parTrans" cxnId="{5D4EF492-6AA1-4C1C-8198-BBE4E16E9668}">
      <dgm:prSet/>
      <dgm:spPr/>
      <dgm:t>
        <a:bodyPr/>
        <a:lstStyle/>
        <a:p>
          <a:endParaRPr lang="en-US"/>
        </a:p>
      </dgm:t>
    </dgm:pt>
    <dgm:pt modelId="{0389A7DF-F5FE-4E1B-B1BA-FCB8EE8B3AF3}" type="sibTrans" cxnId="{5D4EF492-6AA1-4C1C-8198-BBE4E16E9668}">
      <dgm:prSet/>
      <dgm:spPr/>
      <dgm:t>
        <a:bodyPr/>
        <a:lstStyle/>
        <a:p>
          <a:endParaRPr lang="en-US"/>
        </a:p>
      </dgm:t>
    </dgm:pt>
    <dgm:pt modelId="{1CFDFF34-7473-400D-B5EA-70A90496BA88}" type="pres">
      <dgm:prSet presAssocID="{D5BB2CD4-34FA-4E95-A583-9B1488C37B3C}" presName="root" presStyleCnt="0">
        <dgm:presLayoutVars>
          <dgm:dir/>
          <dgm:resizeHandles val="exact"/>
        </dgm:presLayoutVars>
      </dgm:prSet>
      <dgm:spPr/>
    </dgm:pt>
    <dgm:pt modelId="{594A4FBC-44F9-42B7-B811-373B675C4B53}" type="pres">
      <dgm:prSet presAssocID="{C5DB7A46-67A5-4429-8281-BDAA7A576955}" presName="compNode" presStyleCnt="0"/>
      <dgm:spPr/>
    </dgm:pt>
    <dgm:pt modelId="{BBDD1DAB-2543-498E-AC09-5002E60ACCA7}" type="pres">
      <dgm:prSet presAssocID="{C5DB7A46-67A5-4429-8281-BDAA7A576955}" presName="bgRect" presStyleLbl="bgShp" presStyleIdx="0" presStyleCnt="4"/>
      <dgm:spPr/>
    </dgm:pt>
    <dgm:pt modelId="{1B413FAC-AB5E-4913-8014-81031C75E3E3}" type="pres">
      <dgm:prSet presAssocID="{C5DB7A46-67A5-4429-8281-BDAA7A57695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62fa5a1949bd4e5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6E5BB10-579C-40B1-86A5-21311236D434}" type="pres">
      <dgm:prSet presAssocID="{C5DB7A46-67A5-4429-8281-BDAA7A576955}" presName="spaceRect" presStyleCnt="0"/>
      <dgm:spPr/>
    </dgm:pt>
    <dgm:pt modelId="{F7ECC7EE-CCD8-44A4-80A1-E4000618DC2B}" type="pres">
      <dgm:prSet presAssocID="{C5DB7A46-67A5-4429-8281-BDAA7A576955}" presName="parTx" presStyleLbl="revTx" presStyleIdx="0" presStyleCnt="4">
        <dgm:presLayoutVars>
          <dgm:chMax val="0"/>
          <dgm:chPref val="0"/>
        </dgm:presLayoutVars>
      </dgm:prSet>
      <dgm:spPr/>
    </dgm:pt>
    <dgm:pt modelId="{FF4A53FF-8918-4B4D-A19C-7ABCF0F71421}" type="pres">
      <dgm:prSet presAssocID="{5166AE8B-2A0E-49E9-9820-275971823B72}" presName="sibTrans" presStyleCnt="0"/>
      <dgm:spPr/>
    </dgm:pt>
    <dgm:pt modelId="{488A8BA5-EF7B-4F2B-B4C1-CBAFAE9AAB64}" type="pres">
      <dgm:prSet presAssocID="{6AEEEFC7-E48E-4EB4-B01F-F2AF1081A35E}" presName="compNode" presStyleCnt="0"/>
      <dgm:spPr/>
    </dgm:pt>
    <dgm:pt modelId="{3CCA1FD2-DC22-4F0A-A32D-F850000FBCFA}" type="pres">
      <dgm:prSet presAssocID="{6AEEEFC7-E48E-4EB4-B01F-F2AF1081A35E}" presName="bgRect" presStyleLbl="bgShp" presStyleIdx="1" presStyleCnt="4"/>
      <dgm:spPr/>
    </dgm:pt>
    <dgm:pt modelId="{600FF388-A8CF-4578-838E-4F7E69AFC77E}" type="pres">
      <dgm:prSet presAssocID="{6AEEEFC7-E48E-4EB4-B01F-F2AF1081A35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f7aa38391195497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357B3EA-06E3-4643-835E-927EBE6BB38D}" type="pres">
      <dgm:prSet presAssocID="{6AEEEFC7-E48E-4EB4-B01F-F2AF1081A35E}" presName="spaceRect" presStyleCnt="0"/>
      <dgm:spPr/>
    </dgm:pt>
    <dgm:pt modelId="{A3AB2C4C-5772-49D5-B2D3-9A75D5B2034D}" type="pres">
      <dgm:prSet presAssocID="{6AEEEFC7-E48E-4EB4-B01F-F2AF1081A35E}" presName="parTx" presStyleLbl="revTx" presStyleIdx="1" presStyleCnt="4">
        <dgm:presLayoutVars>
          <dgm:chMax val="0"/>
          <dgm:chPref val="0"/>
        </dgm:presLayoutVars>
      </dgm:prSet>
      <dgm:spPr/>
    </dgm:pt>
    <dgm:pt modelId="{945D7C8F-373A-4EDC-B6F0-A1F87ABBC9D6}" type="pres">
      <dgm:prSet presAssocID="{B8DF363A-346E-4CAB-AE2C-5407DCB6FD51}" presName="sibTrans" presStyleCnt="0"/>
      <dgm:spPr/>
    </dgm:pt>
    <dgm:pt modelId="{1AA4D2AB-590A-4EFC-BBD2-1C6B4A35F109}" type="pres">
      <dgm:prSet presAssocID="{22E076D3-4DA2-4A4E-A6DD-B99034BE427F}" presName="compNode" presStyleCnt="0"/>
      <dgm:spPr/>
    </dgm:pt>
    <dgm:pt modelId="{D786A346-9E02-45D9-8B34-05908AB2495A}" type="pres">
      <dgm:prSet presAssocID="{22E076D3-4DA2-4A4E-A6DD-B99034BE427F}" presName="bgRect" presStyleLbl="bgShp" presStyleIdx="2" presStyleCnt="4"/>
      <dgm:spPr/>
    </dgm:pt>
    <dgm:pt modelId="{581D217E-DCA2-45A6-A8A0-FD2658AF4E88}" type="pres">
      <dgm:prSet presAssocID="{22E076D3-4DA2-4A4E-A6DD-B99034BE427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0c91f9fd00f949ec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901C15E-BE0D-4AF3-9EDA-882B00B4A04E}" type="pres">
      <dgm:prSet presAssocID="{22E076D3-4DA2-4A4E-A6DD-B99034BE427F}" presName="spaceRect" presStyleCnt="0"/>
      <dgm:spPr/>
    </dgm:pt>
    <dgm:pt modelId="{D20612FF-5435-46EF-8719-5FEA3DC249E6}" type="pres">
      <dgm:prSet presAssocID="{22E076D3-4DA2-4A4E-A6DD-B99034BE427F}" presName="parTx" presStyleLbl="revTx" presStyleIdx="2" presStyleCnt="4">
        <dgm:presLayoutVars>
          <dgm:chMax val="0"/>
          <dgm:chPref val="0"/>
        </dgm:presLayoutVars>
      </dgm:prSet>
      <dgm:spPr/>
    </dgm:pt>
    <dgm:pt modelId="{20B19B9C-FA27-47D8-A895-192CC6764E9B}" type="pres">
      <dgm:prSet presAssocID="{D1DFB6B1-1799-4833-9C4D-35097D88EFC6}" presName="sibTrans" presStyleCnt="0"/>
      <dgm:spPr/>
    </dgm:pt>
    <dgm:pt modelId="{FB9FCB1B-726F-4BCF-B985-EAC1CD2B3C76}" type="pres">
      <dgm:prSet presAssocID="{A2F301F4-377B-4082-BA8F-C3EF6CC139BF}" presName="compNode" presStyleCnt="0"/>
      <dgm:spPr/>
    </dgm:pt>
    <dgm:pt modelId="{1079BD6C-20CC-4472-9BBE-55BE3D53B425}" type="pres">
      <dgm:prSet presAssocID="{A2F301F4-377B-4082-BA8F-C3EF6CC139BF}" presName="bgRect" presStyleLbl="bgShp" presStyleIdx="3" presStyleCnt="4"/>
      <dgm:spPr/>
    </dgm:pt>
    <dgm:pt modelId="{B5F77D32-BD10-4EA6-89D3-20628E1282E2}" type="pres">
      <dgm:prSet presAssocID="{A2F301F4-377B-4082-BA8F-C3EF6CC139B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5ed4fd1d49b445e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B48C26C4-86EF-420E-A260-7A47DF8EFC2F}" type="pres">
      <dgm:prSet presAssocID="{A2F301F4-377B-4082-BA8F-C3EF6CC139BF}" presName="spaceRect" presStyleCnt="0"/>
      <dgm:spPr/>
    </dgm:pt>
    <dgm:pt modelId="{86B59957-F399-48A1-B240-9BB7C47CA9DF}" type="pres">
      <dgm:prSet presAssocID="{A2F301F4-377B-4082-BA8F-C3EF6CC139B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825CC0D-6761-4C47-B912-B3EAF491A463}" type="presOf" srcId="{D5BB2CD4-34FA-4E95-A583-9B1488C37B3C}" destId="{1CFDFF34-7473-400D-B5EA-70A90496BA88}" srcOrd="0" destOrd="0" presId="urn:microsoft.com/office/officeart/2018/2/layout/IconVerticalSolidList"/>
    <dgm:cxn modelId="{E51BCE1B-A8DB-42B8-BBC0-360DA3089FFF}" srcId="{D5BB2CD4-34FA-4E95-A583-9B1488C37B3C}" destId="{22E076D3-4DA2-4A4E-A6DD-B99034BE427F}" srcOrd="2" destOrd="0" parTransId="{18533351-0E44-4351-BDB3-8680B51BEDC5}" sibTransId="{D1DFB6B1-1799-4833-9C4D-35097D88EFC6}"/>
    <dgm:cxn modelId="{E4CD5541-00B8-4522-B4DE-5D76BBC6AD1D}" type="presOf" srcId="{C5DB7A46-67A5-4429-8281-BDAA7A576955}" destId="{F7ECC7EE-CCD8-44A4-80A1-E4000618DC2B}" srcOrd="0" destOrd="0" presId="urn:microsoft.com/office/officeart/2018/2/layout/IconVerticalSolidList"/>
    <dgm:cxn modelId="{39465F47-FA32-47BC-A5B4-63AB4DB361EF}" srcId="{D5BB2CD4-34FA-4E95-A583-9B1488C37B3C}" destId="{6AEEEFC7-E48E-4EB4-B01F-F2AF1081A35E}" srcOrd="1" destOrd="0" parTransId="{BCB6EAD0-A7F1-4DAD-B752-EEAF62C8BD41}" sibTransId="{B8DF363A-346E-4CAB-AE2C-5407DCB6FD51}"/>
    <dgm:cxn modelId="{5D4EF492-6AA1-4C1C-8198-BBE4E16E9668}" srcId="{D5BB2CD4-34FA-4E95-A583-9B1488C37B3C}" destId="{A2F301F4-377B-4082-BA8F-C3EF6CC139BF}" srcOrd="3" destOrd="0" parTransId="{5AB47A71-C642-418F-9941-4800AA563EDE}" sibTransId="{0389A7DF-F5FE-4E1B-B1BA-FCB8EE8B3AF3}"/>
    <dgm:cxn modelId="{AABC939D-19C2-4B8B-8674-6B0B37B3CD61}" srcId="{D5BB2CD4-34FA-4E95-A583-9B1488C37B3C}" destId="{C5DB7A46-67A5-4429-8281-BDAA7A576955}" srcOrd="0" destOrd="0" parTransId="{F54003D3-79A0-4947-8E68-F6A57245E108}" sibTransId="{5166AE8B-2A0E-49E9-9820-275971823B72}"/>
    <dgm:cxn modelId="{DB3A92BC-D221-4952-96FC-FBED1C1CDD88}" type="presOf" srcId="{A2F301F4-377B-4082-BA8F-C3EF6CC139BF}" destId="{86B59957-F399-48A1-B240-9BB7C47CA9DF}" srcOrd="0" destOrd="0" presId="urn:microsoft.com/office/officeart/2018/2/layout/IconVerticalSolidList"/>
    <dgm:cxn modelId="{66F7D9DB-7981-4B39-8DFA-6CC5D21823C3}" type="presOf" srcId="{22E076D3-4DA2-4A4E-A6DD-B99034BE427F}" destId="{D20612FF-5435-46EF-8719-5FEA3DC249E6}" srcOrd="0" destOrd="0" presId="urn:microsoft.com/office/officeart/2018/2/layout/IconVerticalSolidList"/>
    <dgm:cxn modelId="{5ECC6CDE-44DB-4BE5-BE3C-0786F1A079F1}" type="presOf" srcId="{6AEEEFC7-E48E-4EB4-B01F-F2AF1081A35E}" destId="{A3AB2C4C-5772-49D5-B2D3-9A75D5B2034D}" srcOrd="0" destOrd="0" presId="urn:microsoft.com/office/officeart/2018/2/layout/IconVerticalSolidList"/>
    <dgm:cxn modelId="{849A6A90-BDE5-4AF0-A9B3-873DA6B1F35A}" type="presParOf" srcId="{1CFDFF34-7473-400D-B5EA-70A90496BA88}" destId="{594A4FBC-44F9-42B7-B811-373B675C4B53}" srcOrd="0" destOrd="0" presId="urn:microsoft.com/office/officeart/2018/2/layout/IconVerticalSolidList"/>
    <dgm:cxn modelId="{C3412E40-3803-4D7F-8527-059A129B001D}" type="presParOf" srcId="{594A4FBC-44F9-42B7-B811-373B675C4B53}" destId="{BBDD1DAB-2543-498E-AC09-5002E60ACCA7}" srcOrd="0" destOrd="0" presId="urn:microsoft.com/office/officeart/2018/2/layout/IconVerticalSolidList"/>
    <dgm:cxn modelId="{92D472E5-6214-408F-8620-9223957F7BAC}" type="presParOf" srcId="{594A4FBC-44F9-42B7-B811-373B675C4B53}" destId="{1B413FAC-AB5E-4913-8014-81031C75E3E3}" srcOrd="1" destOrd="0" presId="urn:microsoft.com/office/officeart/2018/2/layout/IconVerticalSolidList"/>
    <dgm:cxn modelId="{26CB3AF0-B3D8-42FC-AD86-7F7752E1239C}" type="presParOf" srcId="{594A4FBC-44F9-42B7-B811-373B675C4B53}" destId="{06E5BB10-579C-40B1-86A5-21311236D434}" srcOrd="2" destOrd="0" presId="urn:microsoft.com/office/officeart/2018/2/layout/IconVerticalSolidList"/>
    <dgm:cxn modelId="{43DDAD50-7525-4FA6-B6A3-381DA8B1EA10}" type="presParOf" srcId="{594A4FBC-44F9-42B7-B811-373B675C4B53}" destId="{F7ECC7EE-CCD8-44A4-80A1-E4000618DC2B}" srcOrd="3" destOrd="0" presId="urn:microsoft.com/office/officeart/2018/2/layout/IconVerticalSolidList"/>
    <dgm:cxn modelId="{AF639D96-8471-4894-BDF1-830D0BFE870E}" type="presParOf" srcId="{1CFDFF34-7473-400D-B5EA-70A90496BA88}" destId="{FF4A53FF-8918-4B4D-A19C-7ABCF0F71421}" srcOrd="1" destOrd="0" presId="urn:microsoft.com/office/officeart/2018/2/layout/IconVerticalSolidList"/>
    <dgm:cxn modelId="{417AFD1C-9BB7-4D57-A476-64DA45EF3587}" type="presParOf" srcId="{1CFDFF34-7473-400D-B5EA-70A90496BA88}" destId="{488A8BA5-EF7B-4F2B-B4C1-CBAFAE9AAB64}" srcOrd="2" destOrd="0" presId="urn:microsoft.com/office/officeart/2018/2/layout/IconVerticalSolidList"/>
    <dgm:cxn modelId="{98A80418-3F20-40E1-8DC9-35B5FD675E86}" type="presParOf" srcId="{488A8BA5-EF7B-4F2B-B4C1-CBAFAE9AAB64}" destId="{3CCA1FD2-DC22-4F0A-A32D-F850000FBCFA}" srcOrd="0" destOrd="0" presId="urn:microsoft.com/office/officeart/2018/2/layout/IconVerticalSolidList"/>
    <dgm:cxn modelId="{F1572E64-4A0C-472A-B826-A44CE22F28F1}" type="presParOf" srcId="{488A8BA5-EF7B-4F2B-B4C1-CBAFAE9AAB64}" destId="{600FF388-A8CF-4578-838E-4F7E69AFC77E}" srcOrd="1" destOrd="0" presId="urn:microsoft.com/office/officeart/2018/2/layout/IconVerticalSolidList"/>
    <dgm:cxn modelId="{34F471C2-FC70-4B6A-8440-CB7DEBD1F090}" type="presParOf" srcId="{488A8BA5-EF7B-4F2B-B4C1-CBAFAE9AAB64}" destId="{2357B3EA-06E3-4643-835E-927EBE6BB38D}" srcOrd="2" destOrd="0" presId="urn:microsoft.com/office/officeart/2018/2/layout/IconVerticalSolidList"/>
    <dgm:cxn modelId="{F74960BC-71E7-40A8-99B5-F3A7D80F612E}" type="presParOf" srcId="{488A8BA5-EF7B-4F2B-B4C1-CBAFAE9AAB64}" destId="{A3AB2C4C-5772-49D5-B2D3-9A75D5B2034D}" srcOrd="3" destOrd="0" presId="urn:microsoft.com/office/officeart/2018/2/layout/IconVerticalSolidList"/>
    <dgm:cxn modelId="{30E078A0-900D-482E-BB10-EEE1A0795B2F}" type="presParOf" srcId="{1CFDFF34-7473-400D-B5EA-70A90496BA88}" destId="{945D7C8F-373A-4EDC-B6F0-A1F87ABBC9D6}" srcOrd="3" destOrd="0" presId="urn:microsoft.com/office/officeart/2018/2/layout/IconVerticalSolidList"/>
    <dgm:cxn modelId="{692C119A-714D-46EE-87C2-01F425A9279A}" type="presParOf" srcId="{1CFDFF34-7473-400D-B5EA-70A90496BA88}" destId="{1AA4D2AB-590A-4EFC-BBD2-1C6B4A35F109}" srcOrd="4" destOrd="0" presId="urn:microsoft.com/office/officeart/2018/2/layout/IconVerticalSolidList"/>
    <dgm:cxn modelId="{059C3641-3387-475B-AA6B-F704881C2F32}" type="presParOf" srcId="{1AA4D2AB-590A-4EFC-BBD2-1C6B4A35F109}" destId="{D786A346-9E02-45D9-8B34-05908AB2495A}" srcOrd="0" destOrd="0" presId="urn:microsoft.com/office/officeart/2018/2/layout/IconVerticalSolidList"/>
    <dgm:cxn modelId="{95520E35-4443-4D61-A2C7-72A924413A4C}" type="presParOf" srcId="{1AA4D2AB-590A-4EFC-BBD2-1C6B4A35F109}" destId="{581D217E-DCA2-45A6-A8A0-FD2658AF4E88}" srcOrd="1" destOrd="0" presId="urn:microsoft.com/office/officeart/2018/2/layout/IconVerticalSolidList"/>
    <dgm:cxn modelId="{93CAAD3E-6B11-460F-8970-F300DE355231}" type="presParOf" srcId="{1AA4D2AB-590A-4EFC-BBD2-1C6B4A35F109}" destId="{F901C15E-BE0D-4AF3-9EDA-882B00B4A04E}" srcOrd="2" destOrd="0" presId="urn:microsoft.com/office/officeart/2018/2/layout/IconVerticalSolidList"/>
    <dgm:cxn modelId="{7B5652B0-F297-4262-BE4D-804501439582}" type="presParOf" srcId="{1AA4D2AB-590A-4EFC-BBD2-1C6B4A35F109}" destId="{D20612FF-5435-46EF-8719-5FEA3DC249E6}" srcOrd="3" destOrd="0" presId="urn:microsoft.com/office/officeart/2018/2/layout/IconVerticalSolidList"/>
    <dgm:cxn modelId="{3E3A9797-89FA-4C00-A371-D76D8EEC3F8E}" type="presParOf" srcId="{1CFDFF34-7473-400D-B5EA-70A90496BA88}" destId="{20B19B9C-FA27-47D8-A895-192CC6764E9B}" srcOrd="5" destOrd="0" presId="urn:microsoft.com/office/officeart/2018/2/layout/IconVerticalSolidList"/>
    <dgm:cxn modelId="{ADA8539F-6299-4FAB-8FEA-83BFC595F43A}" type="presParOf" srcId="{1CFDFF34-7473-400D-B5EA-70A90496BA88}" destId="{FB9FCB1B-726F-4BCF-B985-EAC1CD2B3C76}" srcOrd="6" destOrd="0" presId="urn:microsoft.com/office/officeart/2018/2/layout/IconVerticalSolidList"/>
    <dgm:cxn modelId="{4D6FC15D-12D6-454A-925B-ECA4673D9158}" type="presParOf" srcId="{FB9FCB1B-726F-4BCF-B985-EAC1CD2B3C76}" destId="{1079BD6C-20CC-4472-9BBE-55BE3D53B425}" srcOrd="0" destOrd="0" presId="urn:microsoft.com/office/officeart/2018/2/layout/IconVerticalSolidList"/>
    <dgm:cxn modelId="{EC55FFC2-495C-4D88-BF36-F588ACAD7067}" type="presParOf" srcId="{FB9FCB1B-726F-4BCF-B985-EAC1CD2B3C76}" destId="{B5F77D32-BD10-4EA6-89D3-20628E1282E2}" srcOrd="1" destOrd="0" presId="urn:microsoft.com/office/officeart/2018/2/layout/IconVerticalSolidList"/>
    <dgm:cxn modelId="{F7BB2A35-8EAC-49C7-964D-499A3720F784}" type="presParOf" srcId="{FB9FCB1B-726F-4BCF-B985-EAC1CD2B3C76}" destId="{B48C26C4-86EF-420E-A260-7A47DF8EFC2F}" srcOrd="2" destOrd="0" presId="urn:microsoft.com/office/officeart/2018/2/layout/IconVerticalSolidList"/>
    <dgm:cxn modelId="{8CE6B15F-472C-409F-844B-6F7DAA11F4C3}" type="presParOf" srcId="{FB9FCB1B-726F-4BCF-B985-EAC1CD2B3C76}" destId="{86B59957-F399-48A1-B240-9BB7C47CA9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graphics/data4.xml><?xml version="1.0" encoding="utf-8"?>
<dgm:dataModel xmlns:dgm="http://schemas.openxmlformats.org/drawingml/2006/diagram" xmlns:a="http://schemas.openxmlformats.org/drawingml/2006/main">
  <dgm:ptLst>
    <dgm:pt modelId="{A45F0462-78B4-42AC-9744-C3454CDAAA73}" type="doc">
      <dgm:prSet loTypeId="urn:microsoft.com/office/officeart/2008/layout/LinedList" loCatId="list" qsTypeId="urn:microsoft.com/office/officeart/2005/8/quickstyle/simple1#64" qsCatId="simple" csTypeId="urn:microsoft.com/office/officeart/2005/8/colors/accent1_2#26" csCatId="accent1"/>
      <dgm:spPr/>
      <dgm:t>
        <a:bodyPr/>
        <a:lstStyle/>
        <a:p>
          <a:endParaRPr lang="en-US"/>
        </a:p>
      </dgm:t>
    </dgm:pt>
    <dgm:pt modelId="{111320F4-5A4E-4E99-8462-91F6C69C1A5E}">
      <dgm:prSet/>
      <dgm:spPr/>
      <dgm:t>
        <a:bodyPr/>
        <a:lstStyle/>
        <a:p>
          <a:r>
            <a:rPr lang="en-US"/>
            <a:t>• Traditional text-to-SQL approaches rely on 'zero-shot' prompting, yielding low accuracy on complex enterprise schemas.</a:t>
          </a:r>
        </a:p>
      </dgm:t>
    </dgm:pt>
    <dgm:pt modelId="{B76C4051-F725-4783-BC90-023756857A49}" type="parTrans" cxnId="{DFA66728-A338-48E0-904D-CD01FA1941BC}">
      <dgm:prSet/>
      <dgm:spPr/>
      <dgm:t>
        <a:bodyPr/>
        <a:lstStyle/>
        <a:p>
          <a:endParaRPr lang="en-US"/>
        </a:p>
      </dgm:t>
    </dgm:pt>
    <dgm:pt modelId="{CF80CB2B-B79E-432B-A29A-0ABF9A048CE0}" type="sibTrans" cxnId="{DFA66728-A338-48E0-904D-CD01FA1941BC}">
      <dgm:prSet/>
      <dgm:spPr/>
      <dgm:t>
        <a:bodyPr/>
        <a:lstStyle/>
        <a:p>
          <a:endParaRPr lang="en-US"/>
        </a:p>
      </dgm:t>
    </dgm:pt>
    <dgm:pt modelId="{65637146-5CDD-47F4-8EA6-6300B498EE3A}">
      <dgm:prSet/>
      <dgm:spPr/>
      <dgm:t>
        <a:bodyPr/>
        <a:lstStyle/>
        <a:p>
          <a:r>
            <a:rPr lang="en-US"/>
            <a:t>• Modern research indicates that ReAct (Reasoning and Acting) paradigms significantly improve query accuracy.</a:t>
          </a:r>
        </a:p>
      </dgm:t>
    </dgm:pt>
    <dgm:pt modelId="{2FD63222-72DB-4480-8508-47B18ACBBB2F}" type="parTrans" cxnId="{7CFFF84A-2F06-45F1-B13B-D1F32593BF7A}">
      <dgm:prSet/>
      <dgm:spPr/>
      <dgm:t>
        <a:bodyPr/>
        <a:lstStyle/>
        <a:p>
          <a:endParaRPr lang="en-US"/>
        </a:p>
      </dgm:t>
    </dgm:pt>
    <dgm:pt modelId="{5148EB2B-286C-4093-AF3C-F21F59741D1E}" type="sibTrans" cxnId="{7CFFF84A-2F06-45F1-B13B-D1F32593BF7A}">
      <dgm:prSet/>
      <dgm:spPr/>
      <dgm:t>
        <a:bodyPr/>
        <a:lstStyle/>
        <a:p>
          <a:endParaRPr lang="en-US"/>
        </a:p>
      </dgm:t>
    </dgm:pt>
    <dgm:pt modelId="{7A977A47-C4BB-46C3-83EA-540B8E4BA8A0}">
      <dgm:prSet/>
      <dgm:spPr/>
      <dgm:t>
        <a:bodyPr/>
        <a:lstStyle/>
        <a:p>
          <a:r>
            <a:rPr lang="en-US"/>
            <a:t>• Allowing the AI to view database execution errors enables the system to dynamically debug its own logic.</a:t>
          </a:r>
        </a:p>
      </dgm:t>
    </dgm:pt>
    <dgm:pt modelId="{E088537E-29F2-4B88-8DEC-F849A10AECA6}" type="parTrans" cxnId="{0694526D-D90E-4780-8206-FFF70692B7E1}">
      <dgm:prSet/>
      <dgm:spPr/>
      <dgm:t>
        <a:bodyPr/>
        <a:lstStyle/>
        <a:p>
          <a:endParaRPr lang="en-US"/>
        </a:p>
      </dgm:t>
    </dgm:pt>
    <dgm:pt modelId="{4DC33EF1-51E4-4E7D-9A44-472AA4A6AD7F}" type="sibTrans" cxnId="{0694526D-D90E-4780-8206-FFF70692B7E1}">
      <dgm:prSet/>
      <dgm:spPr/>
      <dgm:t>
        <a:bodyPr/>
        <a:lstStyle/>
        <a:p>
          <a:endParaRPr lang="en-US"/>
        </a:p>
      </dgm:t>
    </dgm:pt>
    <dgm:pt modelId="{307FF141-371C-4A47-A160-167D8CEAFCE3}" type="pres">
      <dgm:prSet presAssocID="{A45F0462-78B4-42AC-9744-C3454CDAAA73}" presName="vert0" presStyleCnt="0">
        <dgm:presLayoutVars>
          <dgm:dir/>
          <dgm:animOne val="branch"/>
          <dgm:animLvl val="lvl"/>
        </dgm:presLayoutVars>
      </dgm:prSet>
      <dgm:spPr/>
    </dgm:pt>
    <dgm:pt modelId="{0A4738C4-6443-4F81-AA3B-FBA07FB1EEFA}" type="pres">
      <dgm:prSet presAssocID="{111320F4-5A4E-4E99-8462-91F6C69C1A5E}" presName="thickLine" presStyleLbl="alignNode1" presStyleIdx="0" presStyleCnt="3"/>
      <dgm:spPr/>
    </dgm:pt>
    <dgm:pt modelId="{11BC873B-1A2B-4165-9069-6E5AC5ED1D5C}" type="pres">
      <dgm:prSet presAssocID="{111320F4-5A4E-4E99-8462-91F6C69C1A5E}" presName="horz1" presStyleCnt="0"/>
      <dgm:spPr/>
    </dgm:pt>
    <dgm:pt modelId="{F0CE53CF-4B59-4C01-AE3F-1152C5B796EC}" type="pres">
      <dgm:prSet presAssocID="{111320F4-5A4E-4E99-8462-91F6C69C1A5E}" presName="tx1" presStyleLbl="revTx" presStyleIdx="0" presStyleCnt="3"/>
      <dgm:spPr/>
    </dgm:pt>
    <dgm:pt modelId="{C07289FA-6A0E-45FF-8286-12BC2A107F3D}" type="pres">
      <dgm:prSet presAssocID="{111320F4-5A4E-4E99-8462-91F6C69C1A5E}" presName="vert1" presStyleCnt="0"/>
      <dgm:spPr/>
    </dgm:pt>
    <dgm:pt modelId="{4967D568-3332-4664-9CB7-7A2BB6E3E8C8}" type="pres">
      <dgm:prSet presAssocID="{65637146-5CDD-47F4-8EA6-6300B498EE3A}" presName="thickLine" presStyleLbl="alignNode1" presStyleIdx="1" presStyleCnt="3"/>
      <dgm:spPr/>
    </dgm:pt>
    <dgm:pt modelId="{9315DDDD-6B57-4B5C-8D99-36120DD99F03}" type="pres">
      <dgm:prSet presAssocID="{65637146-5CDD-47F4-8EA6-6300B498EE3A}" presName="horz1" presStyleCnt="0"/>
      <dgm:spPr/>
    </dgm:pt>
    <dgm:pt modelId="{EBB7B6C1-5FC7-46C2-A753-A632092F03CF}" type="pres">
      <dgm:prSet presAssocID="{65637146-5CDD-47F4-8EA6-6300B498EE3A}" presName="tx1" presStyleLbl="revTx" presStyleIdx="1" presStyleCnt="3"/>
      <dgm:spPr/>
    </dgm:pt>
    <dgm:pt modelId="{7AEB8741-F1E4-4A46-BA95-E50931D1BF0A}" type="pres">
      <dgm:prSet presAssocID="{65637146-5CDD-47F4-8EA6-6300B498EE3A}" presName="vert1" presStyleCnt="0"/>
      <dgm:spPr/>
    </dgm:pt>
    <dgm:pt modelId="{727A677E-DE28-4BB7-93E4-A0743F5ABA50}" type="pres">
      <dgm:prSet presAssocID="{7A977A47-C4BB-46C3-83EA-540B8E4BA8A0}" presName="thickLine" presStyleLbl="alignNode1" presStyleIdx="2" presStyleCnt="3"/>
      <dgm:spPr/>
    </dgm:pt>
    <dgm:pt modelId="{41772CB9-FDB8-4F9F-BFB7-C3D25F9E841F}" type="pres">
      <dgm:prSet presAssocID="{7A977A47-C4BB-46C3-83EA-540B8E4BA8A0}" presName="horz1" presStyleCnt="0"/>
      <dgm:spPr/>
    </dgm:pt>
    <dgm:pt modelId="{CEFE2C71-1E87-49EF-B2B6-28B19F165EEB}" type="pres">
      <dgm:prSet presAssocID="{7A977A47-C4BB-46C3-83EA-540B8E4BA8A0}" presName="tx1" presStyleLbl="revTx" presStyleIdx="2" presStyleCnt="3"/>
      <dgm:spPr/>
    </dgm:pt>
    <dgm:pt modelId="{6A984DE1-63CE-4FEB-9FD6-A7AD1EBDC16C}" type="pres">
      <dgm:prSet presAssocID="{7A977A47-C4BB-46C3-83EA-540B8E4BA8A0}" presName="vert1" presStyleCnt="0"/>
      <dgm:spPr/>
    </dgm:pt>
  </dgm:ptLst>
  <dgm:cxnLst>
    <dgm:cxn modelId="{4E6F4E12-E852-41AB-9319-5B18316E3C17}" type="presOf" srcId="{65637146-5CDD-47F4-8EA6-6300B498EE3A}" destId="{EBB7B6C1-5FC7-46C2-A753-A632092F03CF}" srcOrd="0" destOrd="0" presId="urn:microsoft.com/office/officeart/2008/layout/LinedList"/>
    <dgm:cxn modelId="{DFA66728-A338-48E0-904D-CD01FA1941BC}" srcId="{A45F0462-78B4-42AC-9744-C3454CDAAA73}" destId="{111320F4-5A4E-4E99-8462-91F6C69C1A5E}" srcOrd="0" destOrd="0" parTransId="{B76C4051-F725-4783-BC90-023756857A49}" sibTransId="{CF80CB2B-B79E-432B-A29A-0ABF9A048CE0}"/>
    <dgm:cxn modelId="{7CFFF84A-2F06-45F1-B13B-D1F32593BF7A}" srcId="{A45F0462-78B4-42AC-9744-C3454CDAAA73}" destId="{65637146-5CDD-47F4-8EA6-6300B498EE3A}" srcOrd="1" destOrd="0" parTransId="{2FD63222-72DB-4480-8508-47B18ACBBB2F}" sibTransId="{5148EB2B-286C-4093-AF3C-F21F59741D1E}"/>
    <dgm:cxn modelId="{0694526D-D90E-4780-8206-FFF70692B7E1}" srcId="{A45F0462-78B4-42AC-9744-C3454CDAAA73}" destId="{7A977A47-C4BB-46C3-83EA-540B8E4BA8A0}" srcOrd="2" destOrd="0" parTransId="{E088537E-29F2-4B88-8DEC-F849A10AECA6}" sibTransId="{4DC33EF1-51E4-4E7D-9A44-472AA4A6AD7F}"/>
    <dgm:cxn modelId="{1666906E-4D12-4E6E-A4EF-B153F898F469}" type="presOf" srcId="{111320F4-5A4E-4E99-8462-91F6C69C1A5E}" destId="{F0CE53CF-4B59-4C01-AE3F-1152C5B796EC}" srcOrd="0" destOrd="0" presId="urn:microsoft.com/office/officeart/2008/layout/LinedList"/>
    <dgm:cxn modelId="{36C41DA0-E510-4003-887D-CB82823EC5A1}" type="presOf" srcId="{A45F0462-78B4-42AC-9744-C3454CDAAA73}" destId="{307FF141-371C-4A47-A160-167D8CEAFCE3}" srcOrd="0" destOrd="0" presId="urn:microsoft.com/office/officeart/2008/layout/LinedList"/>
    <dgm:cxn modelId="{1745F5B4-AEDF-4E76-8B9F-F47DCBE53D26}" type="presOf" srcId="{7A977A47-C4BB-46C3-83EA-540B8E4BA8A0}" destId="{CEFE2C71-1E87-49EF-B2B6-28B19F165EEB}" srcOrd="0" destOrd="0" presId="urn:microsoft.com/office/officeart/2008/layout/LinedList"/>
    <dgm:cxn modelId="{676F06F1-D1AA-4672-8FE0-66643F4F7727}" type="presParOf" srcId="{307FF141-371C-4A47-A160-167D8CEAFCE3}" destId="{0A4738C4-6443-4F81-AA3B-FBA07FB1EEFA}" srcOrd="0" destOrd="0" presId="urn:microsoft.com/office/officeart/2008/layout/LinedList"/>
    <dgm:cxn modelId="{20B2B1EC-0389-4899-8878-2ED203F4E945}" type="presParOf" srcId="{307FF141-371C-4A47-A160-167D8CEAFCE3}" destId="{11BC873B-1A2B-4165-9069-6E5AC5ED1D5C}" srcOrd="1" destOrd="0" presId="urn:microsoft.com/office/officeart/2008/layout/LinedList"/>
    <dgm:cxn modelId="{34E69D4A-CD67-4A35-B85F-F3E4E15BAC96}" type="presParOf" srcId="{11BC873B-1A2B-4165-9069-6E5AC5ED1D5C}" destId="{F0CE53CF-4B59-4C01-AE3F-1152C5B796EC}" srcOrd="0" destOrd="0" presId="urn:microsoft.com/office/officeart/2008/layout/LinedList"/>
    <dgm:cxn modelId="{18C2C405-1860-4193-AC34-0354CDBABE2B}" type="presParOf" srcId="{11BC873B-1A2B-4165-9069-6E5AC5ED1D5C}" destId="{C07289FA-6A0E-45FF-8286-12BC2A107F3D}" srcOrd="1" destOrd="0" presId="urn:microsoft.com/office/officeart/2008/layout/LinedList"/>
    <dgm:cxn modelId="{DBD86EEB-E101-4968-84A8-C812EFC58B4B}" type="presParOf" srcId="{307FF141-371C-4A47-A160-167D8CEAFCE3}" destId="{4967D568-3332-4664-9CB7-7A2BB6E3E8C8}" srcOrd="2" destOrd="0" presId="urn:microsoft.com/office/officeart/2008/layout/LinedList"/>
    <dgm:cxn modelId="{C8DD8F42-EA18-48BF-9F62-CEE56DE78421}" type="presParOf" srcId="{307FF141-371C-4A47-A160-167D8CEAFCE3}" destId="{9315DDDD-6B57-4B5C-8D99-36120DD99F03}" srcOrd="3" destOrd="0" presId="urn:microsoft.com/office/officeart/2008/layout/LinedList"/>
    <dgm:cxn modelId="{AF59C16A-4A27-4F1A-B6C4-99160D8AD796}" type="presParOf" srcId="{9315DDDD-6B57-4B5C-8D99-36120DD99F03}" destId="{EBB7B6C1-5FC7-46C2-A753-A632092F03CF}" srcOrd="0" destOrd="0" presId="urn:microsoft.com/office/officeart/2008/layout/LinedList"/>
    <dgm:cxn modelId="{81F69813-1596-4BDF-9469-EE444BAF6954}" type="presParOf" srcId="{9315DDDD-6B57-4B5C-8D99-36120DD99F03}" destId="{7AEB8741-F1E4-4A46-BA95-E50931D1BF0A}" srcOrd="1" destOrd="0" presId="urn:microsoft.com/office/officeart/2008/layout/LinedList"/>
    <dgm:cxn modelId="{F486BF05-3430-44ED-8A64-45642E7CE76F}" type="presParOf" srcId="{307FF141-371C-4A47-A160-167D8CEAFCE3}" destId="{727A677E-DE28-4BB7-93E4-A0743F5ABA50}" srcOrd="4" destOrd="0" presId="urn:microsoft.com/office/officeart/2008/layout/LinedList"/>
    <dgm:cxn modelId="{AEDAA94C-3553-4753-9D3A-48863BE90A89}" type="presParOf" srcId="{307FF141-371C-4A47-A160-167D8CEAFCE3}" destId="{41772CB9-FDB8-4F9F-BFB7-C3D25F9E841F}" srcOrd="5" destOrd="0" presId="urn:microsoft.com/office/officeart/2008/layout/LinedList"/>
    <dgm:cxn modelId="{1066527E-4776-4D5C-9D0C-6A14E1489106}" type="presParOf" srcId="{41772CB9-FDB8-4F9F-BFB7-C3D25F9E841F}" destId="{CEFE2C71-1E87-49EF-B2B6-28B19F165EEB}" srcOrd="0" destOrd="0" presId="urn:microsoft.com/office/officeart/2008/layout/LinedList"/>
    <dgm:cxn modelId="{2B68FA2A-8588-4438-852B-F74453BF5C49}" type="presParOf" srcId="{41772CB9-FDB8-4F9F-BFB7-C3D25F9E841F}" destId="{6A984DE1-63CE-4FEB-9FD6-A7AD1EBDC16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graphics/data5.xml><?xml version="1.0" encoding="utf-8"?>
<dgm:dataModel xmlns:dgm="http://schemas.openxmlformats.org/drawingml/2006/diagram" xmlns:a="http://schemas.openxmlformats.org/drawingml/2006/main">
  <dgm:ptLst>
    <dgm:pt modelId="{33C922DC-1BE8-484A-8C14-69C940FE12E4}" type="doc">
      <dgm:prSet loTypeId="urn:microsoft.com/office/officeart/2018/2/layout/IconVerticalSolidList" loCatId="icon" qsTypeId="urn:microsoft.com/office/officeart/2005/8/quickstyle/simple1#67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2ED17D4-BE50-404A-8CA3-6E3EB968462B}">
      <dgm:prSet/>
      <dgm:spPr/>
      <dgm:t>
        <a:bodyPr/>
        <a:lstStyle/>
        <a:p>
          <a:r>
            <a:rPr lang="en-US"/>
            <a:t>• A linear prompt-to-database pipeline is insufficient for production-grade AI copilots.</a:t>
          </a:r>
        </a:p>
      </dgm:t>
    </dgm:pt>
    <dgm:pt modelId="{A3F41067-DE03-436F-8999-A674D0EDE680}" type="parTrans" cxnId="{2C3ABDCB-35BE-444D-8B0B-5EC916FF60FB}">
      <dgm:prSet/>
      <dgm:spPr/>
      <dgm:t>
        <a:bodyPr/>
        <a:lstStyle/>
        <a:p>
          <a:endParaRPr lang="en-US"/>
        </a:p>
      </dgm:t>
    </dgm:pt>
    <dgm:pt modelId="{178B608D-FAAD-45E3-9C18-CEB13656DD25}" type="sibTrans" cxnId="{2C3ABDCB-35BE-444D-8B0B-5EC916FF60FB}">
      <dgm:prSet/>
      <dgm:spPr/>
      <dgm:t>
        <a:bodyPr/>
        <a:lstStyle/>
        <a:p>
          <a:endParaRPr lang="en-US"/>
        </a:p>
      </dgm:t>
    </dgm:pt>
    <dgm:pt modelId="{C629EBCA-6305-4032-8F55-FA93305BC357}">
      <dgm:prSet/>
      <dgm:spPr/>
      <dgm:t>
        <a:bodyPr/>
        <a:lstStyle/>
        <a:p>
          <a:r>
            <a:rPr lang="en-US"/>
            <a:t>• The optimal architecture is a state-driven graph (LangGraph) utilizing a multi-agent loop.</a:t>
          </a:r>
        </a:p>
      </dgm:t>
    </dgm:pt>
    <dgm:pt modelId="{20225B2E-9BB7-433F-BB49-E8B394F941F3}" type="parTrans" cxnId="{01985105-1A5A-445B-85F8-289ADF446BFE}">
      <dgm:prSet/>
      <dgm:spPr/>
      <dgm:t>
        <a:bodyPr/>
        <a:lstStyle/>
        <a:p>
          <a:endParaRPr lang="en-US"/>
        </a:p>
      </dgm:t>
    </dgm:pt>
    <dgm:pt modelId="{876B43F5-43DD-4483-9B25-3603C2A8DA2C}" type="sibTrans" cxnId="{01985105-1A5A-445B-85F8-289ADF446BFE}">
      <dgm:prSet/>
      <dgm:spPr/>
      <dgm:t>
        <a:bodyPr/>
        <a:lstStyle/>
        <a:p>
          <a:endParaRPr lang="en-US"/>
        </a:p>
      </dgm:t>
    </dgm:pt>
    <dgm:pt modelId="{7B891FEE-9B34-42AB-AF06-744FE1EBB80F}">
      <dgm:prSet/>
      <dgm:spPr/>
      <dgm:t>
        <a:bodyPr/>
        <a:lstStyle/>
        <a:p>
          <a:r>
            <a:rPr lang="en-US"/>
            <a:t>• A 'Coder' agent generates SQL, an 'Executor' tests it, and a conditional edge routes errors back for refinement.</a:t>
          </a:r>
        </a:p>
      </dgm:t>
    </dgm:pt>
    <dgm:pt modelId="{576BCD25-71D9-4583-AB70-62084831CB05}" type="parTrans" cxnId="{5217FE25-DB2E-40DD-968A-24C02951EACC}">
      <dgm:prSet/>
      <dgm:spPr/>
      <dgm:t>
        <a:bodyPr/>
        <a:lstStyle/>
        <a:p>
          <a:endParaRPr lang="en-US"/>
        </a:p>
      </dgm:t>
    </dgm:pt>
    <dgm:pt modelId="{C3AECD63-4E00-4392-A64A-75B6C250127F}" type="sibTrans" cxnId="{5217FE25-DB2E-40DD-968A-24C02951EACC}">
      <dgm:prSet/>
      <dgm:spPr/>
      <dgm:t>
        <a:bodyPr/>
        <a:lstStyle/>
        <a:p>
          <a:endParaRPr lang="en-US"/>
        </a:p>
      </dgm:t>
    </dgm:pt>
    <dgm:pt modelId="{6A8BDA8F-E92C-4441-8D25-DFAE91D9B70B}" type="pres">
      <dgm:prSet presAssocID="{33C922DC-1BE8-484A-8C14-69C940FE12E4}" presName="root" presStyleCnt="0">
        <dgm:presLayoutVars>
          <dgm:dir/>
          <dgm:resizeHandles val="exact"/>
        </dgm:presLayoutVars>
      </dgm:prSet>
      <dgm:spPr/>
    </dgm:pt>
    <dgm:pt modelId="{DDD62E13-0100-404F-B4AF-A534E652F905}" type="pres">
      <dgm:prSet presAssocID="{52ED17D4-BE50-404A-8CA3-6E3EB968462B}" presName="compNode" presStyleCnt="0"/>
      <dgm:spPr/>
    </dgm:pt>
    <dgm:pt modelId="{3D54BF06-2A78-45A8-87E8-A8E59FA996F7}" type="pres">
      <dgm:prSet presAssocID="{52ED17D4-BE50-404A-8CA3-6E3EB968462B}" presName="bgRect" presStyleLbl="bgShp" presStyleIdx="0" presStyleCnt="3"/>
      <dgm:spPr/>
    </dgm:pt>
    <dgm:pt modelId="{592508DB-3B6A-4D9A-A07D-544A9E10512D}" type="pres">
      <dgm:prSet presAssocID="{52ED17D4-BE50-404A-8CA3-6E3EB968462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4741ed0094b94bfd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26A1C1A0-7216-4A6D-90C6-009A779361FE}" type="pres">
      <dgm:prSet presAssocID="{52ED17D4-BE50-404A-8CA3-6E3EB968462B}" presName="spaceRect" presStyleCnt="0"/>
      <dgm:spPr/>
    </dgm:pt>
    <dgm:pt modelId="{1964EF7A-8F66-49B5-9F22-26B073D37575}" type="pres">
      <dgm:prSet presAssocID="{52ED17D4-BE50-404A-8CA3-6E3EB968462B}" presName="parTx" presStyleLbl="revTx" presStyleIdx="0" presStyleCnt="3">
        <dgm:presLayoutVars>
          <dgm:chMax val="0"/>
          <dgm:chPref val="0"/>
        </dgm:presLayoutVars>
      </dgm:prSet>
      <dgm:spPr/>
    </dgm:pt>
    <dgm:pt modelId="{553AB7EF-72ED-45E5-9519-C0A86276DB58}" type="pres">
      <dgm:prSet presAssocID="{178B608D-FAAD-45E3-9C18-CEB13656DD25}" presName="sibTrans" presStyleCnt="0"/>
      <dgm:spPr/>
    </dgm:pt>
    <dgm:pt modelId="{AF3123DC-0B35-4B74-B510-F50CAD496A20}" type="pres">
      <dgm:prSet presAssocID="{C629EBCA-6305-4032-8F55-FA93305BC357}" presName="compNode" presStyleCnt="0"/>
      <dgm:spPr/>
    </dgm:pt>
    <dgm:pt modelId="{A296EDC5-0250-44A1-8E87-EF1DB803E7CD}" type="pres">
      <dgm:prSet presAssocID="{C629EBCA-6305-4032-8F55-FA93305BC357}" presName="bgRect" presStyleLbl="bgShp" presStyleIdx="1" presStyleCnt="3"/>
      <dgm:spPr/>
    </dgm:pt>
    <dgm:pt modelId="{0D9AC400-0952-44BD-A821-6FA209C46A06}" type="pres">
      <dgm:prSet presAssocID="{C629EBCA-6305-4032-8F55-FA93305BC35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bccf8a30998149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7D3E2AA-75B7-40E9-9360-83468D100B5D}" type="pres">
      <dgm:prSet presAssocID="{C629EBCA-6305-4032-8F55-FA93305BC357}" presName="spaceRect" presStyleCnt="0"/>
      <dgm:spPr/>
    </dgm:pt>
    <dgm:pt modelId="{7E63266A-6961-42FE-A6DB-D11B51F6CA7D}" type="pres">
      <dgm:prSet presAssocID="{C629EBCA-6305-4032-8F55-FA93305BC357}" presName="parTx" presStyleLbl="revTx" presStyleIdx="1" presStyleCnt="3">
        <dgm:presLayoutVars>
          <dgm:chMax val="0"/>
          <dgm:chPref val="0"/>
        </dgm:presLayoutVars>
      </dgm:prSet>
      <dgm:spPr/>
    </dgm:pt>
    <dgm:pt modelId="{52A6039D-8E91-43E9-ACB5-C113839B7537}" type="pres">
      <dgm:prSet presAssocID="{876B43F5-43DD-4483-9B25-3603C2A8DA2C}" presName="sibTrans" presStyleCnt="0"/>
      <dgm:spPr/>
    </dgm:pt>
    <dgm:pt modelId="{8E43F3C6-C586-4737-BEB3-822CD19A90CB}" type="pres">
      <dgm:prSet presAssocID="{7B891FEE-9B34-42AB-AF06-744FE1EBB80F}" presName="compNode" presStyleCnt="0"/>
      <dgm:spPr/>
    </dgm:pt>
    <dgm:pt modelId="{997F19CE-D872-4071-9D05-B51C6D51AC78}" type="pres">
      <dgm:prSet presAssocID="{7B891FEE-9B34-42AB-AF06-744FE1EBB80F}" presName="bgRect" presStyleLbl="bgShp" presStyleIdx="2" presStyleCnt="3"/>
      <dgm:spPr/>
    </dgm:pt>
    <dgm:pt modelId="{54D5F77F-6C24-4CC1-AB17-68C4EF1FF273}" type="pres">
      <dgm:prSet presAssocID="{7B891FEE-9B34-42AB-AF06-744FE1EBB80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9f6a0829e5c247c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1583F15-FA99-443C-BD0A-57D249713EEB}" type="pres">
      <dgm:prSet presAssocID="{7B891FEE-9B34-42AB-AF06-744FE1EBB80F}" presName="spaceRect" presStyleCnt="0"/>
      <dgm:spPr/>
    </dgm:pt>
    <dgm:pt modelId="{62449D11-48B5-4600-8F6F-F570F8E68DDA}" type="pres">
      <dgm:prSet presAssocID="{7B891FEE-9B34-42AB-AF06-744FE1EBB80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1985105-1A5A-445B-85F8-289ADF446BFE}" srcId="{33C922DC-1BE8-484A-8C14-69C940FE12E4}" destId="{C629EBCA-6305-4032-8F55-FA93305BC357}" srcOrd="1" destOrd="0" parTransId="{20225B2E-9BB7-433F-BB49-E8B394F941F3}" sibTransId="{876B43F5-43DD-4483-9B25-3603C2A8DA2C}"/>
    <dgm:cxn modelId="{41F11922-C879-4CD4-B96C-F6C6DF9A3836}" type="presOf" srcId="{C629EBCA-6305-4032-8F55-FA93305BC357}" destId="{7E63266A-6961-42FE-A6DB-D11B51F6CA7D}" srcOrd="0" destOrd="0" presId="urn:microsoft.com/office/officeart/2018/2/layout/IconVerticalSolidList"/>
    <dgm:cxn modelId="{5217FE25-DB2E-40DD-968A-24C02951EACC}" srcId="{33C922DC-1BE8-484A-8C14-69C940FE12E4}" destId="{7B891FEE-9B34-42AB-AF06-744FE1EBB80F}" srcOrd="2" destOrd="0" parTransId="{576BCD25-71D9-4583-AB70-62084831CB05}" sibTransId="{C3AECD63-4E00-4392-A64A-75B6C250127F}"/>
    <dgm:cxn modelId="{D28C1C26-F6AD-475C-ABAF-374AB0EB3909}" type="presOf" srcId="{7B891FEE-9B34-42AB-AF06-744FE1EBB80F}" destId="{62449D11-48B5-4600-8F6F-F570F8E68DDA}" srcOrd="0" destOrd="0" presId="urn:microsoft.com/office/officeart/2018/2/layout/IconVerticalSolidList"/>
    <dgm:cxn modelId="{40174189-67A6-44CB-95BA-3285810E6CC9}" type="presOf" srcId="{52ED17D4-BE50-404A-8CA3-6E3EB968462B}" destId="{1964EF7A-8F66-49B5-9F22-26B073D37575}" srcOrd="0" destOrd="0" presId="urn:microsoft.com/office/officeart/2018/2/layout/IconVerticalSolidList"/>
    <dgm:cxn modelId="{92295DB6-CE8C-4BC8-BEBC-5D91306B0A57}" type="presOf" srcId="{33C922DC-1BE8-484A-8C14-69C940FE12E4}" destId="{6A8BDA8F-E92C-4441-8D25-DFAE91D9B70B}" srcOrd="0" destOrd="0" presId="urn:microsoft.com/office/officeart/2018/2/layout/IconVerticalSolidList"/>
    <dgm:cxn modelId="{2C3ABDCB-35BE-444D-8B0B-5EC916FF60FB}" srcId="{33C922DC-1BE8-484A-8C14-69C940FE12E4}" destId="{52ED17D4-BE50-404A-8CA3-6E3EB968462B}" srcOrd="0" destOrd="0" parTransId="{A3F41067-DE03-436F-8999-A674D0EDE680}" sibTransId="{178B608D-FAAD-45E3-9C18-CEB13656DD25}"/>
    <dgm:cxn modelId="{4D5B5785-3C0C-4D2A-B416-826F2CB282C5}" type="presParOf" srcId="{6A8BDA8F-E92C-4441-8D25-DFAE91D9B70B}" destId="{DDD62E13-0100-404F-B4AF-A534E652F905}" srcOrd="0" destOrd="0" presId="urn:microsoft.com/office/officeart/2018/2/layout/IconVerticalSolidList"/>
    <dgm:cxn modelId="{C3C131B9-F873-474F-8AD5-D2243A0EA689}" type="presParOf" srcId="{DDD62E13-0100-404F-B4AF-A534E652F905}" destId="{3D54BF06-2A78-45A8-87E8-A8E59FA996F7}" srcOrd="0" destOrd="0" presId="urn:microsoft.com/office/officeart/2018/2/layout/IconVerticalSolidList"/>
    <dgm:cxn modelId="{F2206E5E-A6DB-4277-B28E-B164EBE81321}" type="presParOf" srcId="{DDD62E13-0100-404F-B4AF-A534E652F905}" destId="{592508DB-3B6A-4D9A-A07D-544A9E10512D}" srcOrd="1" destOrd="0" presId="urn:microsoft.com/office/officeart/2018/2/layout/IconVerticalSolidList"/>
    <dgm:cxn modelId="{4778D2AC-92F0-4166-8FEC-BE43DE1BF62C}" type="presParOf" srcId="{DDD62E13-0100-404F-B4AF-A534E652F905}" destId="{26A1C1A0-7216-4A6D-90C6-009A779361FE}" srcOrd="2" destOrd="0" presId="urn:microsoft.com/office/officeart/2018/2/layout/IconVerticalSolidList"/>
    <dgm:cxn modelId="{A5927717-D38D-474F-AFCD-7A86605EC398}" type="presParOf" srcId="{DDD62E13-0100-404F-B4AF-A534E652F905}" destId="{1964EF7A-8F66-49B5-9F22-26B073D37575}" srcOrd="3" destOrd="0" presId="urn:microsoft.com/office/officeart/2018/2/layout/IconVerticalSolidList"/>
    <dgm:cxn modelId="{056F4F68-E71E-4FC4-84BE-2B459735F69B}" type="presParOf" srcId="{6A8BDA8F-E92C-4441-8D25-DFAE91D9B70B}" destId="{553AB7EF-72ED-45E5-9519-C0A86276DB58}" srcOrd="1" destOrd="0" presId="urn:microsoft.com/office/officeart/2018/2/layout/IconVerticalSolidList"/>
    <dgm:cxn modelId="{A4A25706-EF2C-46B2-BDCC-D50BD282E538}" type="presParOf" srcId="{6A8BDA8F-E92C-4441-8D25-DFAE91D9B70B}" destId="{AF3123DC-0B35-4B74-B510-F50CAD496A20}" srcOrd="2" destOrd="0" presId="urn:microsoft.com/office/officeart/2018/2/layout/IconVerticalSolidList"/>
    <dgm:cxn modelId="{F71CE496-B348-443E-8073-9E006C156B34}" type="presParOf" srcId="{AF3123DC-0B35-4B74-B510-F50CAD496A20}" destId="{A296EDC5-0250-44A1-8E87-EF1DB803E7CD}" srcOrd="0" destOrd="0" presId="urn:microsoft.com/office/officeart/2018/2/layout/IconVerticalSolidList"/>
    <dgm:cxn modelId="{9E3DA5F6-4815-4FB1-984F-B78C2136992D}" type="presParOf" srcId="{AF3123DC-0B35-4B74-B510-F50CAD496A20}" destId="{0D9AC400-0952-44BD-A821-6FA209C46A06}" srcOrd="1" destOrd="0" presId="urn:microsoft.com/office/officeart/2018/2/layout/IconVerticalSolidList"/>
    <dgm:cxn modelId="{D8CD35F5-B388-470F-B109-4D93FF7EDE1C}" type="presParOf" srcId="{AF3123DC-0B35-4B74-B510-F50CAD496A20}" destId="{E7D3E2AA-75B7-40E9-9360-83468D100B5D}" srcOrd="2" destOrd="0" presId="urn:microsoft.com/office/officeart/2018/2/layout/IconVerticalSolidList"/>
    <dgm:cxn modelId="{56A49171-BCB2-4210-8EAA-D0A4AD279187}" type="presParOf" srcId="{AF3123DC-0B35-4B74-B510-F50CAD496A20}" destId="{7E63266A-6961-42FE-A6DB-D11B51F6CA7D}" srcOrd="3" destOrd="0" presId="urn:microsoft.com/office/officeart/2018/2/layout/IconVerticalSolidList"/>
    <dgm:cxn modelId="{BA7504A1-CF0C-49D5-9B95-75C088E007FE}" type="presParOf" srcId="{6A8BDA8F-E92C-4441-8D25-DFAE91D9B70B}" destId="{52A6039D-8E91-43E9-ACB5-C113839B7537}" srcOrd="3" destOrd="0" presId="urn:microsoft.com/office/officeart/2018/2/layout/IconVerticalSolidList"/>
    <dgm:cxn modelId="{1951AF75-B468-44AB-9312-52D0A9AD4699}" type="presParOf" srcId="{6A8BDA8F-E92C-4441-8D25-DFAE91D9B70B}" destId="{8E43F3C6-C586-4737-BEB3-822CD19A90CB}" srcOrd="4" destOrd="0" presId="urn:microsoft.com/office/officeart/2018/2/layout/IconVerticalSolidList"/>
    <dgm:cxn modelId="{EF8E2A62-8BF0-4B06-932A-8D46DC23BFB9}" type="presParOf" srcId="{8E43F3C6-C586-4737-BEB3-822CD19A90CB}" destId="{997F19CE-D872-4071-9D05-B51C6D51AC78}" srcOrd="0" destOrd="0" presId="urn:microsoft.com/office/officeart/2018/2/layout/IconVerticalSolidList"/>
    <dgm:cxn modelId="{6854FF6C-CFD0-4BD3-A2AE-CCFA8791F632}" type="presParOf" srcId="{8E43F3C6-C586-4737-BEB3-822CD19A90CB}" destId="{54D5F77F-6C24-4CC1-AB17-68C4EF1FF273}" srcOrd="1" destOrd="0" presId="urn:microsoft.com/office/officeart/2018/2/layout/IconVerticalSolidList"/>
    <dgm:cxn modelId="{A3CE43BA-23A4-45E6-8374-5324F715C757}" type="presParOf" srcId="{8E43F3C6-C586-4737-BEB3-822CD19A90CB}" destId="{C1583F15-FA99-443C-BD0A-57D249713EEB}" srcOrd="2" destOrd="0" presId="urn:microsoft.com/office/officeart/2018/2/layout/IconVerticalSolidList"/>
    <dgm:cxn modelId="{C2347A2E-1F37-4B02-A52D-59E6E9B7F338}" type="presParOf" srcId="{8E43F3C6-C586-4737-BEB3-822CD19A90CB}" destId="{62449D11-48B5-4600-8F6F-F570F8E68D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graphics/data6.xml><?xml version="1.0" encoding="utf-8"?>
<dgm:dataModel xmlns:dgm="http://schemas.openxmlformats.org/drawingml/2006/diagram" xmlns:a="http://schemas.openxmlformats.org/drawingml/2006/main">
  <dgm:ptLst>
    <dgm:pt modelId="{A5FA3E0E-05C5-4010-948D-B8AD63647188}" type="doc">
      <dgm:prSet loTypeId="urn:microsoft.com/office/officeart/2018/2/layout/IconVerticalSolidList" loCatId="icon" qsTypeId="urn:microsoft.com/office/officeart/2005/8/quickstyle/simple1#85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8A519F6-E66C-4668-9FAA-A86504E66FB4}">
      <dgm:prSet/>
      <dgm:spPr/>
      <dgm:t>
        <a:bodyPr/>
        <a:lstStyle/>
        <a:p>
          <a:r>
            <a:rPr lang="en-US"/>
            <a:t>Module 1: Core Infrastructure &amp; State Routing (Completed)</a:t>
          </a:r>
        </a:p>
      </dgm:t>
    </dgm:pt>
    <dgm:pt modelId="{2E967419-BE45-47A0-B113-66683F6A8CE5}" type="parTrans" cxnId="{428793F3-11CC-4BED-91CC-19FAE4E45739}">
      <dgm:prSet/>
      <dgm:spPr/>
      <dgm:t>
        <a:bodyPr/>
        <a:lstStyle/>
        <a:p>
          <a:endParaRPr lang="en-US"/>
        </a:p>
      </dgm:t>
    </dgm:pt>
    <dgm:pt modelId="{B80AC53A-C8AE-4B00-8C93-2552AD19A856}" type="sibTrans" cxnId="{428793F3-11CC-4BED-91CC-19FAE4E45739}">
      <dgm:prSet/>
      <dgm:spPr/>
      <dgm:t>
        <a:bodyPr/>
        <a:lstStyle/>
        <a:p>
          <a:endParaRPr lang="en-US"/>
        </a:p>
      </dgm:t>
    </dgm:pt>
    <dgm:pt modelId="{BFB0D648-DADC-43C0-8C3E-F0747EB5A046}">
      <dgm:prSet/>
      <dgm:spPr/>
      <dgm:t>
        <a:bodyPr/>
        <a:lstStyle/>
        <a:p>
          <a:r>
            <a:rPr lang="en-US"/>
            <a:t>• Database Seeding &amp; Schema Extraction: PostgreSQL installed, schema mapped via LangChain.</a:t>
          </a:r>
        </a:p>
      </dgm:t>
    </dgm:pt>
    <dgm:pt modelId="{3E590313-5B66-4F53-A1A2-2B52741AFAB5}" type="parTrans" cxnId="{7E47CA1A-C939-4BEC-AC4E-9C3630C5F632}">
      <dgm:prSet/>
      <dgm:spPr/>
      <dgm:t>
        <a:bodyPr/>
        <a:lstStyle/>
        <a:p>
          <a:endParaRPr lang="en-US"/>
        </a:p>
      </dgm:t>
    </dgm:pt>
    <dgm:pt modelId="{FFAA1858-8C76-4F84-AD4E-D3853B52C792}" type="sibTrans" cxnId="{7E47CA1A-C939-4BEC-AC4E-9C3630C5F632}">
      <dgm:prSet/>
      <dgm:spPr/>
      <dgm:t>
        <a:bodyPr/>
        <a:lstStyle/>
        <a:p>
          <a:endParaRPr lang="en-US"/>
        </a:p>
      </dgm:t>
    </dgm:pt>
    <dgm:pt modelId="{64F1D3D6-A7AA-49A7-AE06-E75BD1B18ED8}">
      <dgm:prSet/>
      <dgm:spPr/>
      <dgm:t>
        <a:bodyPr/>
        <a:lstStyle/>
        <a:p>
          <a:r>
            <a:rPr lang="en-US"/>
            <a:t>• Self-Correcting Agent Loop: LangGraph architecture deployed for automated SQL debugging.</a:t>
          </a:r>
        </a:p>
      </dgm:t>
    </dgm:pt>
    <dgm:pt modelId="{82326340-1896-4E1D-8527-02913EBEF257}" type="parTrans" cxnId="{9DC9662E-F9AC-465E-85A2-0354FA6DB47A}">
      <dgm:prSet/>
      <dgm:spPr/>
      <dgm:t>
        <a:bodyPr/>
        <a:lstStyle/>
        <a:p>
          <a:endParaRPr lang="en-US"/>
        </a:p>
      </dgm:t>
    </dgm:pt>
    <dgm:pt modelId="{BC0E1C03-A5AD-4308-96ED-5076A7800A22}" type="sibTrans" cxnId="{9DC9662E-F9AC-465E-85A2-0354FA6DB47A}">
      <dgm:prSet/>
      <dgm:spPr/>
      <dgm:t>
        <a:bodyPr/>
        <a:lstStyle/>
        <a:p>
          <a:endParaRPr lang="en-US"/>
        </a:p>
      </dgm:t>
    </dgm:pt>
    <dgm:pt modelId="{D911CE30-3A88-45D4-920E-095B1EB2768C}">
      <dgm:prSet/>
      <dgm:spPr/>
      <dgm:t>
        <a:bodyPr/>
        <a:lstStyle/>
        <a:p>
          <a:r>
            <a:rPr lang="en-US"/>
            <a:t>Module 2: Presentation &amp; Summarization (Upcoming Phase 2)</a:t>
          </a:r>
        </a:p>
      </dgm:t>
    </dgm:pt>
    <dgm:pt modelId="{7F7899A7-3E54-4844-860B-035279A2B9D5}" type="parTrans" cxnId="{8E841895-7D54-463E-A0D0-E2AEFAAE15E3}">
      <dgm:prSet/>
      <dgm:spPr/>
      <dgm:t>
        <a:bodyPr/>
        <a:lstStyle/>
        <a:p>
          <a:endParaRPr lang="en-US"/>
        </a:p>
      </dgm:t>
    </dgm:pt>
    <dgm:pt modelId="{7A373E4E-5B59-427D-9232-87D836C5877E}" type="sibTrans" cxnId="{8E841895-7D54-463E-A0D0-E2AEFAAE15E3}">
      <dgm:prSet/>
      <dgm:spPr/>
      <dgm:t>
        <a:bodyPr/>
        <a:lstStyle/>
        <a:p>
          <a:endParaRPr lang="en-US"/>
        </a:p>
      </dgm:t>
    </dgm:pt>
    <dgm:pt modelId="{E6F12A60-6EAD-44F2-A9A7-0E658ECBEF5C}">
      <dgm:prSet/>
      <dgm:spPr/>
      <dgm:t>
        <a:bodyPr/>
        <a:lstStyle/>
        <a:p>
          <a:r>
            <a:rPr lang="en-US"/>
            <a:t>• Natural Language Generation: Translating raw SQL tuples back into conversational English.</a:t>
          </a:r>
        </a:p>
      </dgm:t>
    </dgm:pt>
    <dgm:pt modelId="{37A28A96-588E-4A1A-A9B3-08BC2E65C5E0}" type="parTrans" cxnId="{FBFD4A16-B78E-48CF-9D36-5880C1CF5783}">
      <dgm:prSet/>
      <dgm:spPr/>
      <dgm:t>
        <a:bodyPr/>
        <a:lstStyle/>
        <a:p>
          <a:endParaRPr lang="en-US"/>
        </a:p>
      </dgm:t>
    </dgm:pt>
    <dgm:pt modelId="{A9494A59-4CCB-4625-8C9C-65130466619A}" type="sibTrans" cxnId="{FBFD4A16-B78E-48CF-9D36-5880C1CF5783}">
      <dgm:prSet/>
      <dgm:spPr/>
      <dgm:t>
        <a:bodyPr/>
        <a:lstStyle/>
        <a:p>
          <a:endParaRPr lang="en-US"/>
        </a:p>
      </dgm:t>
    </dgm:pt>
    <dgm:pt modelId="{1D50098F-C8E9-4AA9-881F-6BB60E996FD3}">
      <dgm:prSet/>
      <dgm:spPr/>
      <dgm:t>
        <a:bodyPr/>
        <a:lstStyle/>
        <a:p>
          <a:r>
            <a:rPr lang="en-US"/>
            <a:t>• Streamlit UI Dashboard: Building the frontend chat interface.</a:t>
          </a:r>
        </a:p>
      </dgm:t>
    </dgm:pt>
    <dgm:pt modelId="{44113F67-7011-448B-A291-C3A776906156}" type="parTrans" cxnId="{DA9EC528-EB69-4ED4-86BA-936F5D9F7DE8}">
      <dgm:prSet/>
      <dgm:spPr/>
      <dgm:t>
        <a:bodyPr/>
        <a:lstStyle/>
        <a:p>
          <a:endParaRPr lang="en-US"/>
        </a:p>
      </dgm:t>
    </dgm:pt>
    <dgm:pt modelId="{1375C7BE-BC81-4EF3-8917-941FF626BE90}" type="sibTrans" cxnId="{DA9EC528-EB69-4ED4-86BA-936F5D9F7DE8}">
      <dgm:prSet/>
      <dgm:spPr/>
      <dgm:t>
        <a:bodyPr/>
        <a:lstStyle/>
        <a:p>
          <a:endParaRPr lang="en-US"/>
        </a:p>
      </dgm:t>
    </dgm:pt>
    <dgm:pt modelId="{4EE48FD2-9341-47BF-8BDD-600F2C781776}" type="pres">
      <dgm:prSet presAssocID="{A5FA3E0E-05C5-4010-948D-B8AD63647188}" presName="root" presStyleCnt="0">
        <dgm:presLayoutVars>
          <dgm:dir/>
          <dgm:resizeHandles val="exact"/>
        </dgm:presLayoutVars>
      </dgm:prSet>
      <dgm:spPr/>
    </dgm:pt>
    <dgm:pt modelId="{5EB8D1A8-CE31-4D74-BB4E-41B008FF31CF}" type="pres">
      <dgm:prSet presAssocID="{88A519F6-E66C-4668-9FAA-A86504E66FB4}" presName="compNode" presStyleCnt="0"/>
      <dgm:spPr/>
    </dgm:pt>
    <dgm:pt modelId="{0ACBCAAE-F44C-40B1-91EE-421E14E275E4}" type="pres">
      <dgm:prSet presAssocID="{88A519F6-E66C-4668-9FAA-A86504E66FB4}" presName="bgRect" presStyleLbl="bgShp" presStyleIdx="0" presStyleCnt="6"/>
      <dgm:spPr/>
    </dgm:pt>
    <dgm:pt modelId="{C3D1373C-BC8C-4D46-9818-E43E5415BB3D}" type="pres">
      <dgm:prSet presAssocID="{88A519F6-E66C-4668-9FAA-A86504E66FB4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d4817e51ee7f4e0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F19526BF-FFFD-493D-A02F-377B23B525D6}" type="pres">
      <dgm:prSet presAssocID="{88A519F6-E66C-4668-9FAA-A86504E66FB4}" presName="spaceRect" presStyleCnt="0"/>
      <dgm:spPr/>
    </dgm:pt>
    <dgm:pt modelId="{B1105224-C30D-4D24-805D-1B930F01CE25}" type="pres">
      <dgm:prSet presAssocID="{88A519F6-E66C-4668-9FAA-A86504E66FB4}" presName="parTx" presStyleLbl="revTx" presStyleIdx="0" presStyleCnt="6">
        <dgm:presLayoutVars>
          <dgm:chMax val="0"/>
          <dgm:chPref val="0"/>
        </dgm:presLayoutVars>
      </dgm:prSet>
      <dgm:spPr/>
    </dgm:pt>
    <dgm:pt modelId="{0494062A-D8C0-4229-A55E-BC9F74F80609}" type="pres">
      <dgm:prSet presAssocID="{B80AC53A-C8AE-4B00-8C93-2552AD19A856}" presName="sibTrans" presStyleCnt="0"/>
      <dgm:spPr/>
    </dgm:pt>
    <dgm:pt modelId="{B590804E-CFB3-409F-A24A-70FA9CDB2EF3}" type="pres">
      <dgm:prSet presAssocID="{BFB0D648-DADC-43C0-8C3E-F0747EB5A046}" presName="compNode" presStyleCnt="0"/>
      <dgm:spPr/>
    </dgm:pt>
    <dgm:pt modelId="{F4501C21-FFC1-4D57-9492-6365D70765BB}" type="pres">
      <dgm:prSet presAssocID="{BFB0D648-DADC-43C0-8C3E-F0747EB5A046}" presName="bgRect" presStyleLbl="bgShp" presStyleIdx="1" presStyleCnt="6"/>
      <dgm:spPr/>
    </dgm:pt>
    <dgm:pt modelId="{490E94C6-7F99-4A3A-AF6A-E631F0E599EA}" type="pres">
      <dgm:prSet presAssocID="{BFB0D648-DADC-43C0-8C3E-F0747EB5A046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2135d000d891416a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1D86EF8-DFAA-4B4E-9C15-F1C6863D2414}" type="pres">
      <dgm:prSet presAssocID="{BFB0D648-DADC-43C0-8C3E-F0747EB5A046}" presName="spaceRect" presStyleCnt="0"/>
      <dgm:spPr/>
    </dgm:pt>
    <dgm:pt modelId="{230C5925-2AE7-4AAE-A876-191095786489}" type="pres">
      <dgm:prSet presAssocID="{BFB0D648-DADC-43C0-8C3E-F0747EB5A046}" presName="parTx" presStyleLbl="revTx" presStyleIdx="1" presStyleCnt="6">
        <dgm:presLayoutVars>
          <dgm:chMax val="0"/>
          <dgm:chPref val="0"/>
        </dgm:presLayoutVars>
      </dgm:prSet>
      <dgm:spPr/>
    </dgm:pt>
    <dgm:pt modelId="{23399A30-F6B2-473F-8FA4-091E66B212A3}" type="pres">
      <dgm:prSet presAssocID="{FFAA1858-8C76-4F84-AD4E-D3853B52C792}" presName="sibTrans" presStyleCnt="0"/>
      <dgm:spPr/>
    </dgm:pt>
    <dgm:pt modelId="{8E40495D-30E8-42C2-B19F-20581E58CB94}" type="pres">
      <dgm:prSet presAssocID="{64F1D3D6-A7AA-49A7-AE06-E75BD1B18ED8}" presName="compNode" presStyleCnt="0"/>
      <dgm:spPr/>
    </dgm:pt>
    <dgm:pt modelId="{64AAF451-0509-49B0-B06B-B7373DDE5D13}" type="pres">
      <dgm:prSet presAssocID="{64F1D3D6-A7AA-49A7-AE06-E75BD1B18ED8}" presName="bgRect" presStyleLbl="bgShp" presStyleIdx="2" presStyleCnt="6"/>
      <dgm:spPr/>
    </dgm:pt>
    <dgm:pt modelId="{3C5BA7D2-9083-4695-B37A-F8ED37ABC650}" type="pres">
      <dgm:prSet presAssocID="{64F1D3D6-A7AA-49A7-AE06-E75BD1B18ED8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be84d9397db1449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17DB672-567F-426A-98D4-F46704002EF1}" type="pres">
      <dgm:prSet presAssocID="{64F1D3D6-A7AA-49A7-AE06-E75BD1B18ED8}" presName="spaceRect" presStyleCnt="0"/>
      <dgm:spPr/>
    </dgm:pt>
    <dgm:pt modelId="{6783CAD1-DA19-4DF9-B309-C7129928D4FA}" type="pres">
      <dgm:prSet presAssocID="{64F1D3D6-A7AA-49A7-AE06-E75BD1B18ED8}" presName="parTx" presStyleLbl="revTx" presStyleIdx="2" presStyleCnt="6">
        <dgm:presLayoutVars>
          <dgm:chMax val="0"/>
          <dgm:chPref val="0"/>
        </dgm:presLayoutVars>
      </dgm:prSet>
      <dgm:spPr/>
    </dgm:pt>
    <dgm:pt modelId="{BA2DB81C-A7B7-43B5-8ED1-2A360BE83F1C}" type="pres">
      <dgm:prSet presAssocID="{BC0E1C03-A5AD-4308-96ED-5076A7800A22}" presName="sibTrans" presStyleCnt="0"/>
      <dgm:spPr/>
    </dgm:pt>
    <dgm:pt modelId="{AA937EBF-9BFA-43CC-958F-968EDC9496BD}" type="pres">
      <dgm:prSet presAssocID="{D911CE30-3A88-45D4-920E-095B1EB2768C}" presName="compNode" presStyleCnt="0"/>
      <dgm:spPr/>
    </dgm:pt>
    <dgm:pt modelId="{493CE625-6B91-421F-9028-67CA530474FD}" type="pres">
      <dgm:prSet presAssocID="{D911CE30-3A88-45D4-920E-095B1EB2768C}" presName="bgRect" presStyleLbl="bgShp" presStyleIdx="3" presStyleCnt="6"/>
      <dgm:spPr/>
    </dgm:pt>
    <dgm:pt modelId="{5D6F4EBC-ACF5-49E0-9772-73770FFCBB43}" type="pres">
      <dgm:prSet presAssocID="{D911CE30-3A88-45D4-920E-095B1EB2768C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c83b3d5a395f458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884C6AB8-9FC8-422B-B51C-8BF8219C45AD}" type="pres">
      <dgm:prSet presAssocID="{D911CE30-3A88-45D4-920E-095B1EB2768C}" presName="spaceRect" presStyleCnt="0"/>
      <dgm:spPr/>
    </dgm:pt>
    <dgm:pt modelId="{071E6C43-B94B-4C9C-8A99-B28070582964}" type="pres">
      <dgm:prSet presAssocID="{D911CE30-3A88-45D4-920E-095B1EB2768C}" presName="parTx" presStyleLbl="revTx" presStyleIdx="3" presStyleCnt="6">
        <dgm:presLayoutVars>
          <dgm:chMax val="0"/>
          <dgm:chPref val="0"/>
        </dgm:presLayoutVars>
      </dgm:prSet>
      <dgm:spPr/>
    </dgm:pt>
    <dgm:pt modelId="{48B845A6-E649-43F1-B70F-CD3A7038F68F}" type="pres">
      <dgm:prSet presAssocID="{7A373E4E-5B59-427D-9232-87D836C5877E}" presName="sibTrans" presStyleCnt="0"/>
      <dgm:spPr/>
    </dgm:pt>
    <dgm:pt modelId="{BC454ED2-3B16-419E-A779-FF69887CE13A}" type="pres">
      <dgm:prSet presAssocID="{E6F12A60-6EAD-44F2-A9A7-0E658ECBEF5C}" presName="compNode" presStyleCnt="0"/>
      <dgm:spPr/>
    </dgm:pt>
    <dgm:pt modelId="{D63310C6-DDCB-449C-B767-E8177D0D3B4D}" type="pres">
      <dgm:prSet presAssocID="{E6F12A60-6EAD-44F2-A9A7-0E658ECBEF5C}" presName="bgRect" presStyleLbl="bgShp" presStyleIdx="4" presStyleCnt="6"/>
      <dgm:spPr/>
    </dgm:pt>
    <dgm:pt modelId="{D22B55E4-0CEA-4AEF-8BD4-97C1471D1916}" type="pres">
      <dgm:prSet presAssocID="{E6F12A60-6EAD-44F2-A9A7-0E658ECBEF5C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78527415cd9f4a5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D1F2C38-E0E5-4CC0-8111-7417AB771497}" type="pres">
      <dgm:prSet presAssocID="{E6F12A60-6EAD-44F2-A9A7-0E658ECBEF5C}" presName="spaceRect" presStyleCnt="0"/>
      <dgm:spPr/>
    </dgm:pt>
    <dgm:pt modelId="{C487415E-7DB8-44D8-8050-CE9968358003}" type="pres">
      <dgm:prSet presAssocID="{E6F12A60-6EAD-44F2-A9A7-0E658ECBEF5C}" presName="parTx" presStyleLbl="revTx" presStyleIdx="4" presStyleCnt="6">
        <dgm:presLayoutVars>
          <dgm:chMax val="0"/>
          <dgm:chPref val="0"/>
        </dgm:presLayoutVars>
      </dgm:prSet>
      <dgm:spPr/>
    </dgm:pt>
    <dgm:pt modelId="{53D7352A-BB48-4323-9389-2A43C33E1AA7}" type="pres">
      <dgm:prSet presAssocID="{A9494A59-4CCB-4625-8C9C-65130466619A}" presName="sibTrans" presStyleCnt="0"/>
      <dgm:spPr/>
    </dgm:pt>
    <dgm:pt modelId="{934A2172-590E-4CC8-A1C1-66C7157E7F9D}" type="pres">
      <dgm:prSet presAssocID="{1D50098F-C8E9-4AA9-881F-6BB60E996FD3}" presName="compNode" presStyleCnt="0"/>
      <dgm:spPr/>
    </dgm:pt>
    <dgm:pt modelId="{0B872909-E8F1-40B3-897B-EEF4EAA93CBD}" type="pres">
      <dgm:prSet presAssocID="{1D50098F-C8E9-4AA9-881F-6BB60E996FD3}" presName="bgRect" presStyleLbl="bgShp" presStyleIdx="5" presStyleCnt="6"/>
      <dgm:spPr/>
    </dgm:pt>
    <dgm:pt modelId="{6CD6B108-D869-45ED-9F9C-164E199C0A36}" type="pres">
      <dgm:prSet presAssocID="{1D50098F-C8E9-4AA9-881F-6BB60E996FD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0220bb85ede243db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EBFED742-7566-493A-99A2-4C79EC38633F}" type="pres">
      <dgm:prSet presAssocID="{1D50098F-C8E9-4AA9-881F-6BB60E996FD3}" presName="spaceRect" presStyleCnt="0"/>
      <dgm:spPr/>
    </dgm:pt>
    <dgm:pt modelId="{F04D450A-3BDF-468B-BB11-7BD7F7EEC4DC}" type="pres">
      <dgm:prSet presAssocID="{1D50098F-C8E9-4AA9-881F-6BB60E996FD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1CA210D-43B3-43FB-AC53-E5560FB31741}" type="presOf" srcId="{64F1D3D6-A7AA-49A7-AE06-E75BD1B18ED8}" destId="{6783CAD1-DA19-4DF9-B309-C7129928D4FA}" srcOrd="0" destOrd="0" presId="urn:microsoft.com/office/officeart/2018/2/layout/IconVerticalSolidList"/>
    <dgm:cxn modelId="{FBFD4A16-B78E-48CF-9D36-5880C1CF5783}" srcId="{A5FA3E0E-05C5-4010-948D-B8AD63647188}" destId="{E6F12A60-6EAD-44F2-A9A7-0E658ECBEF5C}" srcOrd="4" destOrd="0" parTransId="{37A28A96-588E-4A1A-A9B3-08BC2E65C5E0}" sibTransId="{A9494A59-4CCB-4625-8C9C-65130466619A}"/>
    <dgm:cxn modelId="{7ABE3F19-EAAA-46A9-8EED-0A49D88B42B7}" type="presOf" srcId="{BFB0D648-DADC-43C0-8C3E-F0747EB5A046}" destId="{230C5925-2AE7-4AAE-A876-191095786489}" srcOrd="0" destOrd="0" presId="urn:microsoft.com/office/officeart/2018/2/layout/IconVerticalSolidList"/>
    <dgm:cxn modelId="{7E47CA1A-C939-4BEC-AC4E-9C3630C5F632}" srcId="{A5FA3E0E-05C5-4010-948D-B8AD63647188}" destId="{BFB0D648-DADC-43C0-8C3E-F0747EB5A046}" srcOrd="1" destOrd="0" parTransId="{3E590313-5B66-4F53-A1A2-2B52741AFAB5}" sibTransId="{FFAA1858-8C76-4F84-AD4E-D3853B52C792}"/>
    <dgm:cxn modelId="{DA9EC528-EB69-4ED4-86BA-936F5D9F7DE8}" srcId="{A5FA3E0E-05C5-4010-948D-B8AD63647188}" destId="{1D50098F-C8E9-4AA9-881F-6BB60E996FD3}" srcOrd="5" destOrd="0" parTransId="{44113F67-7011-448B-A291-C3A776906156}" sibTransId="{1375C7BE-BC81-4EF3-8917-941FF626BE90}"/>
    <dgm:cxn modelId="{9DC9662E-F9AC-465E-85A2-0354FA6DB47A}" srcId="{A5FA3E0E-05C5-4010-948D-B8AD63647188}" destId="{64F1D3D6-A7AA-49A7-AE06-E75BD1B18ED8}" srcOrd="2" destOrd="0" parTransId="{82326340-1896-4E1D-8527-02913EBEF257}" sibTransId="{BC0E1C03-A5AD-4308-96ED-5076A7800A22}"/>
    <dgm:cxn modelId="{8C575B37-D44A-4F8D-9DBE-14949EBE130B}" type="presOf" srcId="{D911CE30-3A88-45D4-920E-095B1EB2768C}" destId="{071E6C43-B94B-4C9C-8A99-B28070582964}" srcOrd="0" destOrd="0" presId="urn:microsoft.com/office/officeart/2018/2/layout/IconVerticalSolidList"/>
    <dgm:cxn modelId="{D0FE1091-5F6C-4CFE-9158-3D049270FD58}" type="presOf" srcId="{1D50098F-C8E9-4AA9-881F-6BB60E996FD3}" destId="{F04D450A-3BDF-468B-BB11-7BD7F7EEC4DC}" srcOrd="0" destOrd="0" presId="urn:microsoft.com/office/officeart/2018/2/layout/IconVerticalSolidList"/>
    <dgm:cxn modelId="{8E841895-7D54-463E-A0D0-E2AEFAAE15E3}" srcId="{A5FA3E0E-05C5-4010-948D-B8AD63647188}" destId="{D911CE30-3A88-45D4-920E-095B1EB2768C}" srcOrd="3" destOrd="0" parTransId="{7F7899A7-3E54-4844-860B-035279A2B9D5}" sibTransId="{7A373E4E-5B59-427D-9232-87D836C5877E}"/>
    <dgm:cxn modelId="{22B0C2DF-ABFA-4CFF-954F-1D9278B60F2D}" type="presOf" srcId="{88A519F6-E66C-4668-9FAA-A86504E66FB4}" destId="{B1105224-C30D-4D24-805D-1B930F01CE25}" srcOrd="0" destOrd="0" presId="urn:microsoft.com/office/officeart/2018/2/layout/IconVerticalSolidList"/>
    <dgm:cxn modelId="{95D9AFEB-B84F-48BA-8FA2-29C32307EB5F}" type="presOf" srcId="{A5FA3E0E-05C5-4010-948D-B8AD63647188}" destId="{4EE48FD2-9341-47BF-8BDD-600F2C781776}" srcOrd="0" destOrd="0" presId="urn:microsoft.com/office/officeart/2018/2/layout/IconVerticalSolidList"/>
    <dgm:cxn modelId="{CCB45AF2-F52C-4189-8598-07E37870550B}" type="presOf" srcId="{E6F12A60-6EAD-44F2-A9A7-0E658ECBEF5C}" destId="{C487415E-7DB8-44D8-8050-CE9968358003}" srcOrd="0" destOrd="0" presId="urn:microsoft.com/office/officeart/2018/2/layout/IconVerticalSolidList"/>
    <dgm:cxn modelId="{428793F3-11CC-4BED-91CC-19FAE4E45739}" srcId="{A5FA3E0E-05C5-4010-948D-B8AD63647188}" destId="{88A519F6-E66C-4668-9FAA-A86504E66FB4}" srcOrd="0" destOrd="0" parTransId="{2E967419-BE45-47A0-B113-66683F6A8CE5}" sibTransId="{B80AC53A-C8AE-4B00-8C93-2552AD19A856}"/>
    <dgm:cxn modelId="{DAF0A19F-009D-4050-8B3E-738D3F4485DA}" type="presParOf" srcId="{4EE48FD2-9341-47BF-8BDD-600F2C781776}" destId="{5EB8D1A8-CE31-4D74-BB4E-41B008FF31CF}" srcOrd="0" destOrd="0" presId="urn:microsoft.com/office/officeart/2018/2/layout/IconVerticalSolidList"/>
    <dgm:cxn modelId="{34856A3B-C1EF-498C-AB07-0690E34A7834}" type="presParOf" srcId="{5EB8D1A8-CE31-4D74-BB4E-41B008FF31CF}" destId="{0ACBCAAE-F44C-40B1-91EE-421E14E275E4}" srcOrd="0" destOrd="0" presId="urn:microsoft.com/office/officeart/2018/2/layout/IconVerticalSolidList"/>
    <dgm:cxn modelId="{79468CA2-5409-4B33-BE01-40D32242E6A3}" type="presParOf" srcId="{5EB8D1A8-CE31-4D74-BB4E-41B008FF31CF}" destId="{C3D1373C-BC8C-4D46-9818-E43E5415BB3D}" srcOrd="1" destOrd="0" presId="urn:microsoft.com/office/officeart/2018/2/layout/IconVerticalSolidList"/>
    <dgm:cxn modelId="{A0DB37B6-1FD8-46F2-93DA-6CDA6718B00A}" type="presParOf" srcId="{5EB8D1A8-CE31-4D74-BB4E-41B008FF31CF}" destId="{F19526BF-FFFD-493D-A02F-377B23B525D6}" srcOrd="2" destOrd="0" presId="urn:microsoft.com/office/officeart/2018/2/layout/IconVerticalSolidList"/>
    <dgm:cxn modelId="{483A86F4-E867-4CEB-986C-4FC86B8171D6}" type="presParOf" srcId="{5EB8D1A8-CE31-4D74-BB4E-41B008FF31CF}" destId="{B1105224-C30D-4D24-805D-1B930F01CE25}" srcOrd="3" destOrd="0" presId="urn:microsoft.com/office/officeart/2018/2/layout/IconVerticalSolidList"/>
    <dgm:cxn modelId="{15BCB813-1F6E-43DC-A11D-097EFF8DB7F3}" type="presParOf" srcId="{4EE48FD2-9341-47BF-8BDD-600F2C781776}" destId="{0494062A-D8C0-4229-A55E-BC9F74F80609}" srcOrd="1" destOrd="0" presId="urn:microsoft.com/office/officeart/2018/2/layout/IconVerticalSolidList"/>
    <dgm:cxn modelId="{2B5BE680-1F6C-45DE-82D9-96DDA30C1C52}" type="presParOf" srcId="{4EE48FD2-9341-47BF-8BDD-600F2C781776}" destId="{B590804E-CFB3-409F-A24A-70FA9CDB2EF3}" srcOrd="2" destOrd="0" presId="urn:microsoft.com/office/officeart/2018/2/layout/IconVerticalSolidList"/>
    <dgm:cxn modelId="{F460B0EF-579F-4BC3-8ABD-B9573040F73F}" type="presParOf" srcId="{B590804E-CFB3-409F-A24A-70FA9CDB2EF3}" destId="{F4501C21-FFC1-4D57-9492-6365D70765BB}" srcOrd="0" destOrd="0" presId="urn:microsoft.com/office/officeart/2018/2/layout/IconVerticalSolidList"/>
    <dgm:cxn modelId="{396BCC22-FE40-46ED-8EC5-CD1D1B91276D}" type="presParOf" srcId="{B590804E-CFB3-409F-A24A-70FA9CDB2EF3}" destId="{490E94C6-7F99-4A3A-AF6A-E631F0E599EA}" srcOrd="1" destOrd="0" presId="urn:microsoft.com/office/officeart/2018/2/layout/IconVerticalSolidList"/>
    <dgm:cxn modelId="{78FE85E7-3E05-45D0-B64D-E4F552661EB1}" type="presParOf" srcId="{B590804E-CFB3-409F-A24A-70FA9CDB2EF3}" destId="{21D86EF8-DFAA-4B4E-9C15-F1C6863D2414}" srcOrd="2" destOrd="0" presId="urn:microsoft.com/office/officeart/2018/2/layout/IconVerticalSolidList"/>
    <dgm:cxn modelId="{A43E3D8D-9057-47CD-9874-E313EFC9CA75}" type="presParOf" srcId="{B590804E-CFB3-409F-A24A-70FA9CDB2EF3}" destId="{230C5925-2AE7-4AAE-A876-191095786489}" srcOrd="3" destOrd="0" presId="urn:microsoft.com/office/officeart/2018/2/layout/IconVerticalSolidList"/>
    <dgm:cxn modelId="{3C223925-3222-40DC-8FDC-34E8C3E6AD7D}" type="presParOf" srcId="{4EE48FD2-9341-47BF-8BDD-600F2C781776}" destId="{23399A30-F6B2-473F-8FA4-091E66B212A3}" srcOrd="3" destOrd="0" presId="urn:microsoft.com/office/officeart/2018/2/layout/IconVerticalSolidList"/>
    <dgm:cxn modelId="{D002BF9A-26EC-40CC-919B-9A815F1C21D1}" type="presParOf" srcId="{4EE48FD2-9341-47BF-8BDD-600F2C781776}" destId="{8E40495D-30E8-42C2-B19F-20581E58CB94}" srcOrd="4" destOrd="0" presId="urn:microsoft.com/office/officeart/2018/2/layout/IconVerticalSolidList"/>
    <dgm:cxn modelId="{65592521-20AF-4070-8A27-C12E29211E91}" type="presParOf" srcId="{8E40495D-30E8-42C2-B19F-20581E58CB94}" destId="{64AAF451-0509-49B0-B06B-B7373DDE5D13}" srcOrd="0" destOrd="0" presId="urn:microsoft.com/office/officeart/2018/2/layout/IconVerticalSolidList"/>
    <dgm:cxn modelId="{1AC51A2C-80C2-4660-AA7D-3C42DA203A6F}" type="presParOf" srcId="{8E40495D-30E8-42C2-B19F-20581E58CB94}" destId="{3C5BA7D2-9083-4695-B37A-F8ED37ABC650}" srcOrd="1" destOrd="0" presId="urn:microsoft.com/office/officeart/2018/2/layout/IconVerticalSolidList"/>
    <dgm:cxn modelId="{38689D46-7832-439B-BD04-A18B26290213}" type="presParOf" srcId="{8E40495D-30E8-42C2-B19F-20581E58CB94}" destId="{A17DB672-567F-426A-98D4-F46704002EF1}" srcOrd="2" destOrd="0" presId="urn:microsoft.com/office/officeart/2018/2/layout/IconVerticalSolidList"/>
    <dgm:cxn modelId="{9D43B741-7890-4CBC-A595-A65CBBD036E4}" type="presParOf" srcId="{8E40495D-30E8-42C2-B19F-20581E58CB94}" destId="{6783CAD1-DA19-4DF9-B309-C7129928D4FA}" srcOrd="3" destOrd="0" presId="urn:microsoft.com/office/officeart/2018/2/layout/IconVerticalSolidList"/>
    <dgm:cxn modelId="{40E047AA-F2FB-4EC0-B810-4554FAA3F63C}" type="presParOf" srcId="{4EE48FD2-9341-47BF-8BDD-600F2C781776}" destId="{BA2DB81C-A7B7-43B5-8ED1-2A360BE83F1C}" srcOrd="5" destOrd="0" presId="urn:microsoft.com/office/officeart/2018/2/layout/IconVerticalSolidList"/>
    <dgm:cxn modelId="{D6570EE1-5689-48BE-810E-C67D9422336A}" type="presParOf" srcId="{4EE48FD2-9341-47BF-8BDD-600F2C781776}" destId="{AA937EBF-9BFA-43CC-958F-968EDC9496BD}" srcOrd="6" destOrd="0" presId="urn:microsoft.com/office/officeart/2018/2/layout/IconVerticalSolidList"/>
    <dgm:cxn modelId="{4CDB2902-99F2-4C63-AB6D-F27671F90FBB}" type="presParOf" srcId="{AA937EBF-9BFA-43CC-958F-968EDC9496BD}" destId="{493CE625-6B91-421F-9028-67CA530474FD}" srcOrd="0" destOrd="0" presId="urn:microsoft.com/office/officeart/2018/2/layout/IconVerticalSolidList"/>
    <dgm:cxn modelId="{BFAF6B2E-1AC5-4E32-9539-806B9C3C4127}" type="presParOf" srcId="{AA937EBF-9BFA-43CC-958F-968EDC9496BD}" destId="{5D6F4EBC-ACF5-49E0-9772-73770FFCBB43}" srcOrd="1" destOrd="0" presId="urn:microsoft.com/office/officeart/2018/2/layout/IconVerticalSolidList"/>
    <dgm:cxn modelId="{92D42282-D8C3-4E3B-B8B7-F72B2A947C57}" type="presParOf" srcId="{AA937EBF-9BFA-43CC-958F-968EDC9496BD}" destId="{884C6AB8-9FC8-422B-B51C-8BF8219C45AD}" srcOrd="2" destOrd="0" presId="urn:microsoft.com/office/officeart/2018/2/layout/IconVerticalSolidList"/>
    <dgm:cxn modelId="{BD294D58-9ADB-43F9-8E46-FC10A5F6B016}" type="presParOf" srcId="{AA937EBF-9BFA-43CC-958F-968EDC9496BD}" destId="{071E6C43-B94B-4C9C-8A99-B28070582964}" srcOrd="3" destOrd="0" presId="urn:microsoft.com/office/officeart/2018/2/layout/IconVerticalSolidList"/>
    <dgm:cxn modelId="{F55842DE-F313-4793-A3B7-F5B8C3A4C457}" type="presParOf" srcId="{4EE48FD2-9341-47BF-8BDD-600F2C781776}" destId="{48B845A6-E649-43F1-B70F-CD3A7038F68F}" srcOrd="7" destOrd="0" presId="urn:microsoft.com/office/officeart/2018/2/layout/IconVerticalSolidList"/>
    <dgm:cxn modelId="{2035F49A-F305-4A9D-A131-C2CD35CE0477}" type="presParOf" srcId="{4EE48FD2-9341-47BF-8BDD-600F2C781776}" destId="{BC454ED2-3B16-419E-A779-FF69887CE13A}" srcOrd="8" destOrd="0" presId="urn:microsoft.com/office/officeart/2018/2/layout/IconVerticalSolidList"/>
    <dgm:cxn modelId="{FDB44D24-5E0E-4A7E-AF09-2BBBEEC1BF42}" type="presParOf" srcId="{BC454ED2-3B16-419E-A779-FF69887CE13A}" destId="{D63310C6-DDCB-449C-B767-E8177D0D3B4D}" srcOrd="0" destOrd="0" presId="urn:microsoft.com/office/officeart/2018/2/layout/IconVerticalSolidList"/>
    <dgm:cxn modelId="{72A725E0-7F0F-498C-B2D5-31FEAF776ED1}" type="presParOf" srcId="{BC454ED2-3B16-419E-A779-FF69887CE13A}" destId="{D22B55E4-0CEA-4AEF-8BD4-97C1471D1916}" srcOrd="1" destOrd="0" presId="urn:microsoft.com/office/officeart/2018/2/layout/IconVerticalSolidList"/>
    <dgm:cxn modelId="{F569BF1F-6915-4CDE-ABF3-2C494415DF09}" type="presParOf" srcId="{BC454ED2-3B16-419E-A779-FF69887CE13A}" destId="{2D1F2C38-E0E5-4CC0-8111-7417AB771497}" srcOrd="2" destOrd="0" presId="urn:microsoft.com/office/officeart/2018/2/layout/IconVerticalSolidList"/>
    <dgm:cxn modelId="{75B3BD0D-7DA9-434E-A52E-E6806216B011}" type="presParOf" srcId="{BC454ED2-3B16-419E-A779-FF69887CE13A}" destId="{C487415E-7DB8-44D8-8050-CE9968358003}" srcOrd="3" destOrd="0" presId="urn:microsoft.com/office/officeart/2018/2/layout/IconVerticalSolidList"/>
    <dgm:cxn modelId="{3C60D629-CA56-4AB2-A9E6-A50EC8D381A1}" type="presParOf" srcId="{4EE48FD2-9341-47BF-8BDD-600F2C781776}" destId="{53D7352A-BB48-4323-9389-2A43C33E1AA7}" srcOrd="9" destOrd="0" presId="urn:microsoft.com/office/officeart/2018/2/layout/IconVerticalSolidList"/>
    <dgm:cxn modelId="{3E939773-D134-4E7A-A14F-1C3C086F4A1F}" type="presParOf" srcId="{4EE48FD2-9341-47BF-8BDD-600F2C781776}" destId="{934A2172-590E-4CC8-A1C1-66C7157E7F9D}" srcOrd="10" destOrd="0" presId="urn:microsoft.com/office/officeart/2018/2/layout/IconVerticalSolidList"/>
    <dgm:cxn modelId="{B29BA196-3EF6-40AA-AD34-FF664F590215}" type="presParOf" srcId="{934A2172-590E-4CC8-A1C1-66C7157E7F9D}" destId="{0B872909-E8F1-40B3-897B-EEF4EAA93CBD}" srcOrd="0" destOrd="0" presId="urn:microsoft.com/office/officeart/2018/2/layout/IconVerticalSolidList"/>
    <dgm:cxn modelId="{09D11FEF-F6B8-4942-A03B-EE79C48CF48A}" type="presParOf" srcId="{934A2172-590E-4CC8-A1C1-66C7157E7F9D}" destId="{6CD6B108-D869-45ED-9F9C-164E199C0A36}" srcOrd="1" destOrd="0" presId="urn:microsoft.com/office/officeart/2018/2/layout/IconVerticalSolidList"/>
    <dgm:cxn modelId="{8074541C-FA8F-41FD-BF94-64C0DC0DA723}" type="presParOf" srcId="{934A2172-590E-4CC8-A1C1-66C7157E7F9D}" destId="{EBFED742-7566-493A-99A2-4C79EC38633F}" srcOrd="2" destOrd="0" presId="urn:microsoft.com/office/officeart/2018/2/layout/IconVerticalSolidList"/>
    <dgm:cxn modelId="{B985AB0F-21CF-4E72-887A-25178CF16A1B}" type="presParOf" srcId="{934A2172-590E-4CC8-A1C1-66C7157E7F9D}" destId="{F04D450A-3BDF-468B-BB11-7BD7F7EEC4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graphic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graphic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graphic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graphic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graphic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graphic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graphic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graphics/quickStyle2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graphics/quickStyle3.xml><?xml version="1.0" encoding="utf-8"?>
<dgm:styleDef xmlns:dgm="http://schemas.openxmlformats.org/drawingml/2006/diagram" xmlns:a="http://schemas.openxmlformats.org/drawingml/2006/main" uniqueId="urn:microsoft.com/office/officeart/2005/8/quickstyle/simple1#4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graphics/quickStyle4.xml><?xml version="1.0" encoding="utf-8"?>
<dgm:styleDef xmlns:dgm="http://schemas.openxmlformats.org/drawingml/2006/diagram" xmlns:a="http://schemas.openxmlformats.org/drawingml/2006/main" uniqueId="urn:microsoft.com/office/officeart/2005/8/quickstyle/simple1#6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graphics/quickStyle5.xml><?xml version="1.0" encoding="utf-8"?>
<dgm:styleDef xmlns:dgm="http://schemas.openxmlformats.org/drawingml/2006/diagram" xmlns:a="http://schemas.openxmlformats.org/drawingml/2006/main" uniqueId="urn:microsoft.com/office/officeart/2005/8/quickstyle/simple1#6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graphics/quickStyle6.xml><?xml version="1.0" encoding="utf-8"?>
<dgm:styleDef xmlns:dgm="http://schemas.openxmlformats.org/drawingml/2006/diagram" xmlns:a="http://schemas.openxmlformats.org/drawingml/2006/main" uniqueId="urn:microsoft.com/office/officeart/2005/8/quickstyle/simple1#8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98ddf171d47c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2e4499991d447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213cd50eb74f19" /></Relationships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840566"/>
            <a:ext cx="103632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181600"/>
            <a:ext cx="85344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d67a0df0eb014fbf" /><Relationship Type="http://schemas.openxmlformats.org/officeDocument/2006/relationships/slideLayout" Target="/ppt/slideLayouts/slideLayout9.xml" Id="Rde4d733218ce4af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00df75fa5f47aa" /><Relationship Type="http://schemas.openxmlformats.org/officeDocument/2006/relationships/slideLayout" Target="/ppt/slideLayouts/slideLayout15.xml" Id="R36d29d2e30314699" /><Relationship Type="http://schemas.openxmlformats.org/officeDocument/2006/relationships/slideLayout" Target="/ppt/slideLayouts/slideLayout16.xml" Id="Rba466701fa77484f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de4d733218ce4af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33600"/>
            <a:ext cx="109728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8475133"/>
            <a:ext cx="284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8475133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8475133"/>
            <a:ext cx="284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36d29d2e30314699"/>
    <p:sldLayoutId id="2147483665" r:id="Rba466701fa77484f"/>
  </p:sldLayoutIdLst>
  <p:txStyles>
    <p:titleStyle>
      <a:lvl1pPr algn="ctr" defTabSz="457200" rtl="0" eaLnBrk="1" latinLnBrk="0" hangingPunct="1">
        <a:spcBef>
          <a:spcPct val="0"/>
        </a:spcBef>
        <a:buNone/>
        <a:defRPr sz="58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666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png" Id="Rd315fdeda2424710" /><Relationship Type="http://schemas.openxmlformats.org/officeDocument/2006/relationships/slideLayout" Target="/ppt/slideLayouts/slideLayout9.xml" Id="Raaed91e1184b42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2.png" Id="Ra343fb0199c943c1" /><Relationship Type="http://schemas.openxmlformats.org/officeDocument/2006/relationships/slideLayout" Target="/ppt/slideLayouts/slideLayout9.xml" Id="Rf56004301dcc4f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3.png" Id="Rcc24dbaf480a4d3e" /><Relationship Type="http://schemas.openxmlformats.org/officeDocument/2006/relationships/slideLayout" Target="/ppt/slideLayouts/slideLayout9.xml" Id="Rfd882e15a25e43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4.png" Id="Rde6819ec6d294557" /><Relationship Type="http://schemas.openxmlformats.org/officeDocument/2006/relationships/slideLayout" Target="/ppt/slideLayouts/slideLayout9.xml" Id="Rfb80cca7eefe4b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5.png" Id="R584f1041109d4dfb" /><Relationship Type="http://schemas.openxmlformats.org/officeDocument/2006/relationships/slideLayout" Target="/ppt/slideLayouts/slideLayout9.xml" Id="R30101a74ff4b42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6.png" Id="Re98ccc6de85c43c8" /><Relationship Type="http://schemas.openxmlformats.org/officeDocument/2006/relationships/slideLayout" Target="/ppt/slideLayouts/slideLayout9.xml" Id="R19bf3666189447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7.png" Id="R9923716f32e74243" /><Relationship Type="http://schemas.openxmlformats.org/officeDocument/2006/relationships/slideLayout" Target="/ppt/slideLayouts/slideLayout9.xml" Id="R523f730c66d34d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8.png" Id="Re9b50319831740a5" /><Relationship Type="http://schemas.openxmlformats.org/officeDocument/2006/relationships/slideLayout" Target="/ppt/slideLayouts/slideLayout9.xml" Id="Rade510a3353c42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9.png" Id="Rba8e4c86f8494892" /><Relationship Type="http://schemas.openxmlformats.org/officeDocument/2006/relationships/slideLayout" Target="/ppt/slideLayouts/slideLayout9.xml" Id="R8bd0095ceffd4a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fafc9171bd34a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diagramData" Target="/ppt/graphics/data1.xml" Id="Rf0740fe1f1fb4d31" /><Relationship Type="http://schemas.openxmlformats.org/officeDocument/2006/relationships/diagramLayout" Target="/ppt/graphics/layout1.xml" Id="R7df4559300924870" /><Relationship Type="http://schemas.openxmlformats.org/officeDocument/2006/relationships/diagramQuickStyle" Target="/ppt/graphics/quickStyle1.xml" Id="R3e543b7526c94401" /><Relationship Type="http://schemas.openxmlformats.org/officeDocument/2006/relationships/diagramColors" Target="/ppt/graphics/colors1.xml" Id="R41b17741b4554779" /><Relationship Type="http://schemas.openxmlformats.org/officeDocument/2006/relationships/slideLayout" Target="/ppt/slideLayouts/slideLayout15.xml" Id="R257e07046a0b4e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diagramData" Target="/ppt/graphics/data2.xml" Id="R65968bfbb63840dc" /><Relationship Type="http://schemas.openxmlformats.org/officeDocument/2006/relationships/diagramLayout" Target="/ppt/graphics/layout2.xml" Id="Rfbb8b0ef62d44df0" /><Relationship Type="http://schemas.openxmlformats.org/officeDocument/2006/relationships/diagramQuickStyle" Target="/ppt/graphics/quickStyle2.xml" Id="R1a9a6d955123473e" /><Relationship Type="http://schemas.openxmlformats.org/officeDocument/2006/relationships/diagramColors" Target="/ppt/graphics/colors2.xml" Id="Rd3084380a3c643ac" /><Relationship Type="http://schemas.openxmlformats.org/officeDocument/2006/relationships/slideLayout" Target="/ppt/slideLayouts/slideLayout15.xml" Id="R996bd9dca6b048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diagramData" Target="/ppt/graphics/data3.xml" Id="R0fd3214320974973" /><Relationship Type="http://schemas.openxmlformats.org/officeDocument/2006/relationships/diagramLayout" Target="/ppt/graphics/layout3.xml" Id="Reea4ec0c0a7b4532" /><Relationship Type="http://schemas.openxmlformats.org/officeDocument/2006/relationships/diagramQuickStyle" Target="/ppt/graphics/quickStyle3.xml" Id="R99a82f46e25e4bf8" /><Relationship Type="http://schemas.openxmlformats.org/officeDocument/2006/relationships/diagramColors" Target="/ppt/graphics/colors3.xml" Id="R92f74e1cce414897" /><Relationship Type="http://schemas.openxmlformats.org/officeDocument/2006/relationships/slideLayout" Target="/ppt/slideLayouts/slideLayout15.xml" Id="Ra6a85602835649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diagramData" Target="/ppt/graphics/data4.xml" Id="Rc851ae55acea4a2c" /><Relationship Type="http://schemas.openxmlformats.org/officeDocument/2006/relationships/diagramLayout" Target="/ppt/graphics/layout4.xml" Id="Rd20e2e66ff7f46d5" /><Relationship Type="http://schemas.openxmlformats.org/officeDocument/2006/relationships/diagramQuickStyle" Target="/ppt/graphics/quickStyle4.xml" Id="R66ca5915f1c740d5" /><Relationship Type="http://schemas.openxmlformats.org/officeDocument/2006/relationships/diagramColors" Target="/ppt/graphics/colors4.xml" Id="R6fbde8840da64829" /><Relationship Type="http://schemas.openxmlformats.org/officeDocument/2006/relationships/slideLayout" Target="/ppt/slideLayouts/slideLayout15.xml" Id="R034f0a667d9743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diagramData" Target="/ppt/graphics/data5.xml" Id="R4651ad7752014708" /><Relationship Type="http://schemas.openxmlformats.org/officeDocument/2006/relationships/diagramLayout" Target="/ppt/graphics/layout5.xml" Id="Re597a9a03d284526" /><Relationship Type="http://schemas.openxmlformats.org/officeDocument/2006/relationships/diagramQuickStyle" Target="/ppt/graphics/quickStyle5.xml" Id="R34859d5537804b8a" /><Relationship Type="http://schemas.openxmlformats.org/officeDocument/2006/relationships/diagramColors" Target="/ppt/graphics/colors5.xml" Id="R4fab574b510e4fd8" /><Relationship Type="http://schemas.openxmlformats.org/officeDocument/2006/relationships/slideLayout" Target="/ppt/slideLayouts/slideLayout15.xml" Id="Rdffe919690d741c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.jpg" Id="R69f1ef91fe0441d9" /><Relationship Type="http://schemas.openxmlformats.org/officeDocument/2006/relationships/slideLayout" Target="/ppt/slideLayouts/slideLayout15.xml" Id="Ra7bba6107a024e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diagramData" Target="/ppt/graphics/data6.xml" Id="R28155b9599ee48e2" /><Relationship Type="http://schemas.openxmlformats.org/officeDocument/2006/relationships/diagramLayout" Target="/ppt/graphics/layout6.xml" Id="R5e182b04f5d648d2" /><Relationship Type="http://schemas.openxmlformats.org/officeDocument/2006/relationships/diagramQuickStyle" Target="/ppt/graphics/quickStyle6.xml" Id="R973fcc6eb8284916" /><Relationship Type="http://schemas.openxmlformats.org/officeDocument/2006/relationships/diagramColors" Target="/ppt/graphics/colors6.xml" Id="R58d79b4c28624a47" /><Relationship Type="http://schemas.openxmlformats.org/officeDocument/2006/relationships/slideLayout" Target="/ppt/slideLayouts/slideLayout15.xml" Id="Rf3da765bdf364a9f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d315fdeda2424710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a343fb0199c943c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cc24dbaf480a4d3e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de6819ec6d294557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584f1041109d4dfb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e98ccc6de85c43c8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9923716f32e7424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e9b50319831740a5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ba8e4c86f849489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914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09" y="2130994"/>
            <a:ext cx="4626709" cy="6830646"/>
          </a:xfrm>
        </p:spPr>
        <p:txBody>
          <a:bodyPr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IN" sz="6533">
                <a:solidFill>
                  <a:srgbClr val="FFFFFF"/>
                </a:solidFill>
              </a:rPr>
              <a:t>Data Narrator: An Offline Multi-Agent NL-to-SQL Copilot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2993" y="2121120"/>
            <a:ext cx="5672176" cy="6793628"/>
          </a:xfrm>
        </p:spPr>
        <p:txBody>
          <a:bodyPr>
            <a:normAutofit/>
          </a:bodyPr>
          <a:lstStyle/>
          <a:p>
            <a:pPr algn="l"/>
            <a:r>
              <a:rPr lang="en-IN" sz="5066">
                <a:solidFill>
                  <a:srgbClr val="FFFFFF"/>
                </a:solidFill>
              </a:rPr>
              <a:t>Swapnadeep Das (M.Tech AI &amp; ML, VIT Vellore)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1" y="2119157"/>
            <a:ext cx="0" cy="7013005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41376"/>
            <a:ext cx="10506456" cy="1353312"/>
          </a:xfrm>
        </p:spPr>
        <p:txBody>
          <a:bodyPr anchor="b">
            <a:normAutofit/>
          </a:bodyPr>
          <a:lstStyle/>
          <a:p>
            <a:r>
              <a:rPr lang="en-IN"/>
              <a:t>Introduction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2" y="2179336"/>
            <a:ext cx="10451592" cy="2438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050901"/>
            <a:ext cx="1873456" cy="1464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9D428787-5496-9FD6-F328-E88314AA74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4846912"/>
              </p:ext>
            </p:extLst>
          </p:nvPr>
        </p:nvGraphicFramePr>
        <p:xfrm>
          <a:off x="838200" y="2568354"/>
          <a:ext cx="10515600" cy="5810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f0740fe1f1fb4d31" r:lo="R7df4559300924870" r:qs="R3e543b7526c94401" r:cs="R41b17741b4554779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41376"/>
            <a:ext cx="10506456" cy="1353312"/>
          </a:xfrm>
        </p:spPr>
        <p:txBody>
          <a:bodyPr anchor="b">
            <a:normAutofit/>
          </a:bodyPr>
          <a:lstStyle/>
          <a:p>
            <a:r>
              <a:rPr lang="en-IN"/>
              <a:t>Objective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2" y="2179336"/>
            <a:ext cx="10451592" cy="2438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050901"/>
            <a:ext cx="1873456" cy="1464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934C4A-FF14-2559-B45D-D5B9E90EFA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573401"/>
              </p:ext>
            </p:extLst>
          </p:nvPr>
        </p:nvGraphicFramePr>
        <p:xfrm>
          <a:off x="0" y="2325754"/>
          <a:ext cx="12191998" cy="6793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65968bfbb63840dc" r:lo="Rfbb8b0ef62d44df0" r:qs="R1a9a6d955123473e" r:cs="Rd3084380a3c643ac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41376"/>
            <a:ext cx="10506456" cy="1353312"/>
          </a:xfrm>
        </p:spPr>
        <p:txBody>
          <a:bodyPr anchor="b">
            <a:normAutofit/>
          </a:bodyPr>
          <a:lstStyle/>
          <a:p>
            <a:r>
              <a:t>Scope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2" y="2179336"/>
            <a:ext cx="10451592" cy="2438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050901"/>
            <a:ext cx="1873456" cy="1464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5C7748-0981-69A0-26A3-061A9BD56F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4193605"/>
              </p:ext>
            </p:extLst>
          </p:nvPr>
        </p:nvGraphicFramePr>
        <p:xfrm>
          <a:off x="838200" y="2568354"/>
          <a:ext cx="10515600" cy="5810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0fd3214320974973" r:lo="Reea4ec0c0a7b4532" r:qs="R99a82f46e25e4bf8" r:cs="R92f74e1cce41489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B00E00-5277-59AC-0175-74670F84F9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2133600"/>
          <a:ext cx="10972800" cy="6034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c851ae55acea4a2c" r:lo="Rd20e2e66ff7f46d5" r:qs="R66ca5915f1c740d5" r:cs="R6fbde8840da64829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41376"/>
            <a:ext cx="10506456" cy="1353312"/>
          </a:xfrm>
        </p:spPr>
        <p:txBody>
          <a:bodyPr anchor="b">
            <a:normAutofit/>
          </a:bodyPr>
          <a:lstStyle/>
          <a:p>
            <a:r>
              <a:t>Summary of Literature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2" y="2179336"/>
            <a:ext cx="10451592" cy="2438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050901"/>
            <a:ext cx="1873456" cy="1464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62ECCE-67B3-4ACD-B604-6CFE284B6E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9258743"/>
              </p:ext>
            </p:extLst>
          </p:nvPr>
        </p:nvGraphicFramePr>
        <p:xfrm>
          <a:off x="838200" y="2568354"/>
          <a:ext cx="10515600" cy="5810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4651ad7752014708" r:lo="Re597a9a03d284526" r:qs="R34859d5537804b8a" r:cs="R4fab574b510e4fd8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1997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22446" cy="3047998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2" y="466928"/>
            <a:ext cx="4646904" cy="216602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666"/>
              <a:t>Additional Information (Status Report)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1" y="3657600"/>
            <a:ext cx="4646905" cy="4817532"/>
          </a:xfrm>
        </p:spPr>
        <p:txBody>
          <a:bodyPr anchor="ctr">
            <a:normAutofit/>
          </a:bodyPr>
          <a:lstStyle/>
          <a:p>
            <a:r>
              <a:rPr lang="en-IN" sz="2266"/>
              <a:t>• Development Environment: Fully configured via Windows 11 CMD with Python virtual environment isolation.</a:t>
            </a:r>
          </a:p>
          <a:p>
            <a:r>
              <a:rPr lang="en-IN" sz="2266"/>
              <a:t>• Phase 1 Completion: Northwind-style schema running on PostgreSQL. LangGraph self-correction loop tested and validated.</a:t>
            </a:r>
          </a:p>
          <a:p>
            <a:r>
              <a:rPr lang="en-IN" sz="2266"/>
              <a:t>• Pending IT Approvals: WSL2 and Docker integrations awaiting enterprise IT approval.</a:t>
            </a:r>
          </a:p>
        </p:txBody>
      </p:sp>
      <p:pic>
        <p:nvPicPr>
          <p:cNvPr id="17" name="Picture 16" descr="Financial graphs on a dark display">
            <a:extLst>
              <a:ext uri="{FF2B5EF4-FFF2-40B4-BE49-F238E27FC236}">
                <a16:creationId xmlns:a16="http://schemas.microsoft.com/office/drawing/2014/main" id="{76416238-8B40-3FB5-47D9-DF679D69CFC2}"/>
              </a:ext>
            </a:extLst>
          </p:cNvPr>
          <p:cNvPicPr>
            <a:picLocks noChangeAspect="1"/>
          </p:cNvPicPr>
          <p:nvPr/>
        </p:nvPicPr>
        <p:blipFill>
          <a:blip r:embed="R69f1ef91fe0441d9"/>
          <a:srcRect l="26239" r="32048"/>
          <a:stretch>
            <a:fillRect/>
          </a:stretch>
        </p:blipFill>
        <p:spPr>
          <a:xfrm>
            <a:off x="6096000" y="1"/>
            <a:ext cx="610282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41376"/>
            <a:ext cx="10506456" cy="1353312"/>
          </a:xfrm>
        </p:spPr>
        <p:txBody>
          <a:bodyPr anchor="b">
            <a:normAutofit/>
          </a:bodyPr>
          <a:lstStyle/>
          <a:p>
            <a:r>
              <a:t>Modules to cover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2" y="2179336"/>
            <a:ext cx="10451592" cy="2438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050901"/>
            <a:ext cx="1873456" cy="1464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3AEDE4-5F80-3FDC-060F-B6E91B3CC2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149473"/>
              </p:ext>
            </p:extLst>
          </p:nvPr>
        </p:nvGraphicFramePr>
        <p:xfrm>
          <a:off x="838200" y="2568354"/>
          <a:ext cx="10515600" cy="5810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28155b9599ee48e2" r:lo="R5e182b04f5d648d2" r:qs="R973fcc6eb8284916" r:cs="R58d79b4c28624a47"/>
          </a:graphicData>
        </a:graphic>
      </p:graphicFrame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terms:created xsi:type="dcterms:W3CDTF">2006-08-16T00:00:00.0000000Z</dcterms:created>
  <dcterms:modified xsi:type="dcterms:W3CDTF">2026-09-29T17:28:04.9130000Z</dcterms:modified>
  <revision>1</revision>
</coreProperties>
</file>